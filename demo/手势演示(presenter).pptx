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9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Default Extension="wav" ContentType="audio/x-wav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2" Type="http://schemas.openxmlformats.org/officeDocument/2006/relationships/slide" Target="slides/slide2.xml" /><Relationship Id="rId9" Type="http://schemas.openxmlformats.org/officeDocument/2006/relationships/slide" Target="slides/slide9.xml" /><Relationship Id="rId1" Type="http://schemas.openxmlformats.org/officeDocument/2006/relationships/slide" Target="slides/slide1.xml" /><Relationship Id="rId12" Type="http://schemas.openxmlformats.org/officeDocument/2006/relationships/tableStyles" Target="tableStyles.xml" /><Relationship Id="rId10" Type="http://schemas.openxmlformats.org/officeDocument/2006/relationships/notesMaster" Target="notesMasters/notesMaster1.xml" /><Relationship Id="rId11" Type="http://schemas.openxmlformats.org/officeDocument/2006/relationships/presProps" Target="presProps.xml" /><Relationship Id="rId13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6" Type="http://schemas.openxmlformats.org/officeDocument/2006/relationships/image" Target="media/image4.svg" /><Relationship Id="rId2" Type="http://schemas.openxmlformats.org/officeDocument/2006/relationships/image" Target="media/image1.svg" /><Relationship Id="rId5" Type="http://schemas.openxmlformats.org/officeDocument/2006/relationships/image" Target="media/image3.svg" /><Relationship Id="rId4" Type="http://schemas.openxmlformats.org/officeDocument/2006/relationships/image" Target="media/image2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1.svg" /><Relationship Id="rId1" Type="http://schemas.openxmlformats.org/officeDocument/2006/relationships/image" Target="media/image5.svg" /><Relationship Id="rId5" Type="http://schemas.openxmlformats.org/officeDocument/2006/relationships/image" Target="media/image2.svg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1.svg" /><Relationship Id="rId5" Type="http://schemas.openxmlformats.org/officeDocument/2006/relationships/image" Target="media/image2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1.svg" /><Relationship Id="rId1" Type="http://schemas.openxmlformats.org/officeDocument/2006/relationships/image" Target="media/image6.svg" /><Relationship Id="rId5" Type="http://schemas.openxmlformats.org/officeDocument/2006/relationships/image" Target="media/image2.svg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7.svg" /><Relationship Id="rId0" Type="http://schemas.openxmlformats.org/officeDocument/2006/relationships/slideLayout" Target="../slideLayouts/slideLayout1.xml" /><Relationship Id="rId7" Type="http://schemas.openxmlformats.org/officeDocument/2006/relationships/image" Target="media/image1.svg" /><Relationship Id="rId9" Type="http://schemas.openxmlformats.org/officeDocument/2006/relationships/image" Target="media/image2.svg" /><Relationship Id="rId10" Type="http://schemas.openxmlformats.org/officeDocument/2006/relationships/slide" Target="slide6.xml"/><Relationship Id="rId11" Type="http://schemas.openxmlformats.org/officeDocument/2006/relationships/slide" Target="slide4.xml"/><Relationship Id="rId12" Type="http://schemas.openxmlformats.org/officeDocument/2006/relationships/slide" Target="slide3.xml"/><Relationship Id="rId13" Type="http://schemas.openxmlformats.org/officeDocument/2006/relationships/slide" Target="slide1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Relationship Id="rId3" Type="http://schemas.openxmlformats.org/officeDocument/2006/relationships/image" Target="media/image9.svg" /><Relationship Id="rId4" Type="http://schemas.openxmlformats.org/officeDocument/2006/relationships/image" Target="media/image10.svg" /><Relationship Id="rId6" Type="http://schemas.openxmlformats.org/officeDocument/2006/relationships/image" Target="media/image1.svg" /><Relationship Id="rId7" Type="http://schemas.openxmlformats.org/officeDocument/2006/relationships/image" Target="media/image2.svg" /></Relationships>
</file>

<file path=ppt/slides/_rels/slide7.xml.rels><?xml version="1.0" encoding="UTF-8" standalone="yes"?><Relationships xmlns="http://schemas.openxmlformats.org/package/2006/relationships"><Relationship Id="rId7" Type="http://schemas.openxmlformats.org/officeDocument/2006/relationships/image" Target="media/image2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2.svg" /><Relationship Id="rId1" Type="http://schemas.openxmlformats.org/officeDocument/2006/relationships/image" Target="media/image11.svg" /><Relationship Id="rId3" Type="http://schemas.openxmlformats.org/officeDocument/2006/relationships/image" Target="media/image13.svg" /><Relationship Id="rId5" Type="http://schemas.openxmlformats.org/officeDocument/2006/relationships/image" Target="media/image1.svg" /><Relationship Id="rId4" Type="http://schemas.openxmlformats.org/officeDocument/2006/relationships/audio" Target="../media/media1.wav"/></Relationships>
</file>

<file path=ppt/slides/_rels/slide8.xml.rels><?xml version="1.0" encoding="UTF-8" standalone="yes"?><Relationships xmlns="http://schemas.openxmlformats.org/package/2006/relationships"><Relationship Id="rId5" Type="http://schemas.openxmlformats.org/officeDocument/2006/relationships/image" Target="media/image2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Relationship Id="rId3" Type="http://schemas.openxmlformats.org/officeDocument/2006/relationships/image" Target="media/image1.svg" /><Relationship Id="rId2" Type="http://schemas.openxmlformats.org/officeDocument/2006/relationships/audio" Target="../media/media1.wav"/></Relationships>
</file>

<file path=ppt/slides/_rels/slide9.xml.rels><?xml version="1.0" encoding="UTF-8" standalone="yes"?><Relationships xmlns="http://schemas.openxmlformats.org/package/2006/relationships"><Relationship Id="rId6" Type="http://schemas.openxmlformats.org/officeDocument/2006/relationships/image" Target="media/image2.svg" /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1.svg" /><Relationship Id="rId1" Type="http://schemas.openxmlformats.org/officeDocument/2006/relationships/image" Target="media/image15.sv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background: '#0C2A4A', padding: '48px 60px 20px 60px' }}&gt;&#13;&#10;  &lt;Box style={{ height: 532, position: 'relative', flexDirection: 'column', justifyContent: 'center', alignItems: 'center', gap: 22 }}&gt;&#13;&#10;    &lt;Box style={{ position: 'absolute', top: 16, right: 40, width: 220, height: 220, borderRadius: 110, border: '1px solid #143A61' }} /&gt;&#13;&#10;    &lt;Box style={{ position: 'absolute', bottom: 10, left: 50, width: 140, height: 140, borderRadius: 70, border: '1px solid #143A61' }} /&gt;&#13;&#10;    &lt;Box style={{ position: 'absolute', top: 60, left: 120, width: 10, height: 10, borderRadius: 5, background: '#00D4FF', opacity: 0.6 }} /&gt;&#13;&#10;    &lt;Box style={{ flexDirection: 'row', alignItems: 'center', gap: 14 }}&gt;&#13;&#10;      &lt;Box style={{ width: 46, height: 6, background: '#00D4FF', borderRadius: 3 }} /&gt;&#13;&#10;      &lt;Text style={{ fontSize: 15, color: '#9FBEDD', fontFamily: 'Arial', letterSpacing: 4 }}&gt;GESTURE CONTROLLER · LIVE DEMO&lt;/Text&gt;&#13;&#10;    &lt;/Box&gt;&#13;&#10;    &lt;FAIcon name=&quot;hand-pointer&quot; style={{ fill: '#00D4FF', width: 88, height: 88 }} /&gt;&#13;&#10;    &lt;Text style={{ fontSize: 62, color: '#EAF3FF', fontWeight: 'bold', letterSpacing: 6 }}&gt;手势控制器 · 现场演示&lt;/Text&gt;&#13;&#10;    &lt;Text style={{ fontSize: 20, color: '#9FBEDD' }}&gt;8 种手势 · 全程隔空 · 一个不落&lt;/Text&gt;&#13;&#10;    &lt;Box style={{ flexDirection: 'row', alignItems: 'center', gap: 12, background: '#143A61', borderRadius: 32, padding: '14px 30px', border: '1px solid #00D4FF', marginTop: 10 }}&gt;&#13;&#10;      &lt;FAIcon name=&quot;arrow-right&quot; style={{ fill: '#00D4FF', width: 26, height: 26 }} /&gt;&#13;&#10;      &lt;Text style={{ fontSize: 18, color: '#00D4FF', fontWeight: 'bold' }}&gt;做一个【右滑】手势 · 开始演示&lt;/Text&gt;&#13;&#10;    &lt;/Box&gt;&#13;&#10;  &lt;/Box&gt;&#13;&#10;  &lt;Box style={{ height: 40, flexDirection: 'row', justifyContent: 'space-between', alignItems: 'center' }}&gt;&#13;&#10;    &lt;Box style={{ flexDirection: 'row', alignItems: 'center', gap: 10 }}&gt;&#13;&#10;      &lt;Box style={{ width: 6, height: 6, borderRadius: 3, background: '#00D4FF' }} /&gt;&#13;&#10;      &lt;Text style={{ fontSize: 12, color: '#9FBEDD', fontFamily: 'Arial', letterSpacing: 2 }}&gt;01 / 09&lt;/Text&gt;&#13;&#10;    &lt;/Box&gt;&#13;&#10;    &lt;Box style={{ flexDirection: 'row', alignItems: 'center', gap: 10 }}&gt;&#13;&#10;      &lt;Box href=&quot;ppaction://hlinkshowjump?jump=previousslide&quot; style={{ flexDirection: 'row', alignItems: 'center', gap: 6, borderRadius: 16, border: '1px solid #143A61', padding: '7px 16px' }}&gt;&#13;&#10;        &lt;FAIcon name=&quot;chevron-left&quot; style={{ fill: '#9FBEDD', width: 12, height: 12 }} /&gt;&#13;&#10;        &lt;Text style={{ fontSize: 12, color: '#9FBEDD' }}&gt;上一页&lt;/Text&gt;&#13;&#10;      &lt;/Box&gt;&#13;&#10;      &lt;Box href=&quot;ppaction://hlinkshowjump?jump=nextslide&quot; style={{ flexDirection: 'row', alignItems: 'center', gap: 6, borderRadius: 16, border: '1px solid #00D4FF', padding: '7px 16px' }}&gt;&#13;&#10;        &lt;Text style={{ fontSize: 12, color: '#00D4FF' }}&gt;下一页&lt;/Text&gt;&#13;&#10;        &lt;FAIcon name=&quot;chevron-right&quot; style={{ fill: '#00D4FF', width: 12, height: 12 }} /&gt;&#13;&#10;      &lt;/Box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2A4A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571500" y="5695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23900" y="5648325"/>
            <a:ext cx="485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9FBEDD"/>
                </a:solidFill>
                <a:latin typeface="Arial"/>
                <a:ea typeface="Arial"/>
              </a:rPr>
              <a:t>01 / 09</a:t>
            </a:r>
            <a:endParaRPr/>
          </a:p>
        </p:txBody>
      </p:sp>
      <p:sp>
        <p:nvSpPr>
          <p:cNvPr id="6" name="">
            <a:hlinkClick r:id="" action="ppaction://hlinkshowjump?jump=previousslide"/>
          </p:cNvPr>
          <p:cNvSpPr/>
          <p:nvPr/>
        </p:nvSpPr>
        <p:spPr>
          <a:xfrm rot="0" flipH="0" flipV="0">
            <a:off x="9886950" y="5581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143A61"/>
            </a:solidFill>
            <a:prstDash val="solid"/>
          </a:ln>
        </p:spPr>
        <p:txBody>
          <a:bodyPr/>
          <a:p/>
        </p:txBody>
      </p:sp>
      <p:pic>
        <p:nvPicPr>
          <p:cNvPr id="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039350" y="5667375"/>
            <a:ext cx="114300" cy="114300"/>
          </a:xfrm>
          <a:prstGeom prst="rect">
            <a:avLst/>
          </a:prstGeom>
          <a:ln/>
        </p:spPr>
      </p:pic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210800" y="5648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FBEDD"/>
                </a:solidFill>
                <a:latin typeface="Microsoft YaHei"/>
                <a:ea typeface="Microsoft YaHei"/>
              </a:rPr>
              <a:t>上一页</a:t>
            </a:r>
            <a:endParaRPr/>
          </a:p>
        </p:txBody>
      </p:sp>
      <p:sp>
        <p:nvSpPr>
          <p:cNvPr id="10" name="">
            <a:hlinkClick r:id="" action="ppaction://hlinkshowjump?jump=nextslide"/>
          </p:cNvPr>
          <p:cNvSpPr/>
          <p:nvPr/>
        </p:nvSpPr>
        <p:spPr>
          <a:xfrm rot="0" flipH="0" flipV="0">
            <a:off x="10801350" y="5581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0953750" y="5648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0D4FF"/>
                </a:solidFill>
                <a:latin typeface="Microsoft YaHei"/>
                <a:ea typeface="Microsoft YaHei"/>
              </a:rPr>
              <a:t>下一页</a:t>
            </a:r>
            <a:endParaRPr/>
          </a:p>
        </p:txBody>
      </p:sp>
      <p:pic>
        <p:nvPicPr>
          <p:cNvPr id="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1353800" y="5667375"/>
            <a:ext cx="114300" cy="114300"/>
          </a:xfrm>
          <a:prstGeom prst="rect">
            <a:avLst/>
          </a:prstGeom>
          <a:ln/>
        </p:spPr>
      </p:pic>
      <p:sp>
        <p:nvSpPr>
          <p:cNvPr id="13" name=""/>
          <p:cNvSpPr/>
          <p:nvPr/>
        </p:nvSpPr>
        <p:spPr>
          <a:xfrm rot="0" flipH="0" flipV="0">
            <a:off x="3933825" y="1352550"/>
            <a:ext cx="438150" cy="571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505325" y="1295400"/>
            <a:ext cx="3762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9FBEDD"/>
                </a:solidFill>
                <a:latin typeface="Arial"/>
                <a:ea typeface="Arial"/>
              </a:rPr>
              <a:t>GESTURE CONTROLLER · LIVE DEMO</a:t>
            </a:r>
            <a:endParaRPr/>
          </a:p>
        </p:txBody>
      </p:sp>
      <p:pic>
        <p:nvPicPr>
          <p:cNvPr id="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5676900" y="1676400"/>
            <a:ext cx="838200" cy="838200"/>
          </a:xfrm>
          <a:prstGeom prst="rect">
            <a:avLst/>
          </a:prstGeom>
          <a:ln/>
        </p:spPr>
      </p:pic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2790825" y="2724150"/>
            <a:ext cx="661987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 spc="450">
                <a:solidFill>
                  <a:srgbClr val="EAF3FF"/>
                </a:solidFill>
                <a:latin typeface="Microsoft YaHei"/>
                <a:ea typeface="Microsoft YaHei"/>
              </a:rPr>
              <a:t>手势控制器</a:t>
            </a:r>
            <a:r>
              <a:rPr lang="en-US" sz="4650" b="1" spc="450">
                <a:solidFill>
                  <a:srgbClr val="EAF3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4650" b="1" spc="450">
                <a:solidFill>
                  <a:srgbClr val="EAF3FF"/>
                </a:solidFill>
                <a:latin typeface="Microsoft YaHei"/>
                <a:ea typeface="Microsoft YaHei"/>
              </a:rPr>
              <a:t>现场演示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810125" y="3648075"/>
            <a:ext cx="2581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9FBEDD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500">
                <a:solidFill>
                  <a:srgbClr val="9FBEDD"/>
                </a:solidFill>
                <a:latin typeface="Microsoft YaHei"/>
                <a:ea typeface="Microsoft YaHei"/>
              </a:rPr>
              <a:t>种手势</a:t>
            </a:r>
            <a:r>
              <a:rPr lang="en-US" sz="1500">
                <a:solidFill>
                  <a:srgbClr val="9FBED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9FBEDD"/>
                </a:solidFill>
                <a:latin typeface="Microsoft YaHei"/>
                <a:ea typeface="Microsoft YaHei"/>
              </a:rPr>
              <a:t>全程隔空</a:t>
            </a:r>
            <a:r>
              <a:rPr lang="en-US" sz="1500">
                <a:solidFill>
                  <a:srgbClr val="9FBED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9FBEDD"/>
                </a:solidFill>
                <a:latin typeface="Microsoft YaHei"/>
                <a:ea typeface="Microsoft YaHei"/>
              </a:rPr>
              <a:t>一个不落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4429125" y="4181475"/>
            <a:ext cx="3343275" cy="514350"/>
          </a:xfrm>
          <a:prstGeom prst="roundRect">
            <a:avLst>
              <a:gd name="adj" fmla="val 59259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pic>
        <p:nvPicPr>
          <p:cNvPr id="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4714875" y="4314825"/>
            <a:ext cx="247650" cy="247650"/>
          </a:xfrm>
          <a:prstGeom prst="rect">
            <a:avLst/>
          </a:prstGeom>
          <a:ln/>
        </p:spPr>
      </p:pic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076825" y="4333875"/>
            <a:ext cx="2409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0D4FF"/>
                </a:solidFill>
                <a:latin typeface="Microsoft YaHei"/>
                <a:ea typeface="Microsoft YaHei"/>
              </a:rPr>
              <a:t>做一个【右滑】手势</a:t>
            </a:r>
            <a:r>
              <a:rPr lang="en-US" sz="1350" b="1">
                <a:solidFill>
                  <a:srgbClr val="00D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00D4FF"/>
                </a:solidFill>
                <a:latin typeface="Microsoft YaHei"/>
                <a:ea typeface="Microsoft YaHei"/>
              </a:rPr>
              <a:t>开始演示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9144000" y="609600"/>
            <a:ext cx="2095500" cy="2095500"/>
          </a:xfrm>
          <a:prstGeom prst="roundRect">
            <a:avLst>
              <a:gd name="adj" fmla="val 50000"/>
            </a:avLst>
          </a:prstGeom>
          <a:ln w="12700">
            <a:solidFill>
              <a:srgbClr val="143A61"/>
            </a:solidFill>
            <a:prstDash val="solid"/>
          </a:ln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1047750" y="4095750"/>
            <a:ext cx="1333500" cy="1333500"/>
          </a:xfrm>
          <a:prstGeom prst="roundRect">
            <a:avLst>
              <a:gd name="adj" fmla="val 50000"/>
            </a:avLst>
          </a:prstGeom>
          <a:ln w="12700">
            <a:solidFill>
              <a:srgbClr val="143A61"/>
            </a:solidFill>
            <a:prstDash val="solid"/>
          </a:ln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1714500" y="1028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4FF">
              <a:alpha val="60000"/>
            </a:srgbClr>
          </a:solidFill>
          <a:ln/>
        </p:spPr>
        <p:txBody>
          <a:bodyPr/>
          <a:p/>
        </p:txBody>
      </p:sp>
    </p:spTree>
  </p:cSld>
  <p:transition>
    <p:sndAc>
      <p:endSnd/>
    </p:sndAc>
  </p:transition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4" name="" descr="&lt;Slide style={{ background: '#0C2A4A', padding: '48px 60px 20px 60px' }}&gt;&#13;&#10;  &lt;Box style={{ height: 80, flexDirection: 'row', justifyContent: 'space-between', alignItems: 'center' }}&gt;&#13;&#10;    &lt;Box style={{ flexDirection: 'row', alignItems: 'center', gap: 16 }}&gt;&#13;&#10;      &lt;Box style={{ width: 8, height: 40, background: '#00D4FF', borderRadius: 4 }} /&gt;&#13;&#10;      &lt;Text style={{ fontSize: 30, color: '#EAF3FF', fontWeight: 'bold' }}&gt;演示总览 · 8 种手势&lt;/Text&gt;&#13;&#10;    &lt;/Box&gt;&#13;&#10;    &lt;Box style={{ flexDirection: 'row', alignItems: 'center', gap: 10, background: '#143A61', borderRadius: 24, padding: '10px 22px' }}&gt;&#13;&#10;      &lt;FAIcon name=&quot;th-large&quot; style={{ fill: '#00D4FF', width: 18, height: 18 }} /&gt;&#13;&#10;      &lt;Text style={{ fontSize: 15, color: '#00D4FF' }}&gt;速查表&lt;/Text&gt;&#13;&#10;    &lt;/Box&gt;&#13;&#10;  &lt;/Box&gt;&#13;&#10;  &lt;Box style={{ height: 532, flexDirection: 'column', gap: 14 }}&gt;&#13;&#10;    &lt;Box style={{ height: 76, background: '#143A61', borderRadius: 12, padding: '14px 20px', flexDirection: 'column', gap: 6 }}&gt;&#13;&#10;      &lt;Text style={{ fontSize: 16, color: '#EAF3FF' }}&gt;放映全程都可以练手：&lt;span style={{ color: '#00D4FF' }}&gt;上滑 / 下滑&lt;/span&gt; 移动链接焦点，&lt;span style={{ color: '#00D4FF' }}&gt;靠近&lt;/span&gt; 打开选中的链接。&lt;/Text&gt;&#13;&#10;      &lt;Text style={{ fontSize: 14, color: '#9FBEDD' }}&gt;焦点提示是控件四周的一圈细虚线（PowerPoint 原生）。第 5 页是专门的焦点练习页，那里只有 4 个可聚焦控件，虚线框最明显。&lt;/Text&gt;&#13;&#10;    &lt;/Box&gt;&#13;&#10;    &lt;Box style={{ height: 428, flexDirection: 'column', gap: 14 }}&gt;&#13;&#10;      &lt;Box style={{ flex: 1, flexDirection: 'row', gap: 12 }}&gt;&#13;&#10;        &lt;Box style={{ flex: 1, background: '#143A61', borderRadius: 12, padding: '20px 18px', flexDirection: 'column', justifyContent: 'center', gap: 8 }}&gt;&#13;&#10;          &lt;Text style={{ fontSize: 22, color: '#EAF3FF', fontWeight: 'bold' }}&gt;右滑&lt;/Text&gt;&#13;&#10;          &lt;Text style={{ fontSize: 14, color: '#00D4FF', fontFamily: 'Arial' }}&gt;PageDown · 0x4E&lt;/Text&gt;&#13;&#10;          &lt;Text style={{ fontSize: 15, color: '#9FBEDD' }}&gt;翻到下一页&lt;/Text&gt;&#13;&#10;        &lt;/Box&gt;&#13;&#10;        &lt;Box style={{ flex: 1, background: '#143A61', borderRadius: 12, padding: '20px 18px', flexDirection: 'column', justifyContent: 'center', gap: 8 }}&gt;&#13;&#10;          &lt;Text style={{ fontSize: 22, color: '#EAF3FF', fontWeight: 'bold' }}&gt;左滑&lt;/Text&gt;&#13;&#10;          &lt;Text style={{ fontSize: 14, color: '#00D4FF', fontFamily: 'Arial' }}&gt;PageUp · 0x4B&lt;/Text&gt;&#13;&#10;          &lt;Text style={{ fontSize: 15, color: '#9FBEDD' }}&gt;翻到上一页&lt;/Text&gt;&#13;&#10;        &lt;/Box&gt;&#13;&#10;        &lt;Box style={{ flex: 1, background: '#143A61', borderRadius: 12, padding: '20px 18px', flexDirection: 'column', justifyContent: 'center', gap: 8 }}&gt;&#13;&#10;          &lt;Text style={{ fontSize: 22, color: '#EAF3FF', fontWeight: 'bold' }}&gt;上滑&lt;/Text&gt;&#13;&#10;          &lt;Text style={{ fontSize: 14, color: '#00D4FF', fontFamily: 'Arial' }}&gt;Tab · 0x2B&lt;/Text&gt;&#13;&#10;          &lt;Text style={{ fontSize: 15, color: '#9FBEDD' }}&gt;下一个链接 / 控件&lt;/Text&gt;&#13;&#10;        &lt;/Box&gt;&#13;&#10;        &lt;Box style={{ flex: 1, background: '#143A61', borderRadius: 12, padding: '20px 18px', flexDirection: 'column', justifyContent: 'center', gap: 8 }}&gt;&#13;&#10;          &lt;Text style={{ fontSize: 22, color: '#EAF3FF', fontWeight: 'bold' }}&gt;下滑&lt;/Text&gt;&#13;&#10;          &lt;Text style={{ fontSize: 14, color: '#00D4FF', fontFamily: 'Arial' }}&gt;Shift+Tab&lt;/Text&gt;&#13;&#10;          &lt;Text style={{ fontSize: 15, color: '#9FBEDD' }}&gt;上一个链接 / 控件&lt;/Text&gt;&#13;&#10;        &lt;/Box&gt;&#13;&#10;      &lt;/Box&gt;&#13;&#10;      &lt;Box style={{ flex: 1, flexDirection: 'row', gap: 12 }}&gt;&#13;&#10;        &lt;Box style={{ flex: 1, background: '#143A61', borderRadius: 12, padding: '20px 18px', flexDirection: 'column', justifyContent: 'center', gap: 8 }}&gt;&#13;&#10;          &lt;Text style={{ fontSize: 22, color: '#EAF3FF', fontWeight: 'bold' }}&gt;靠近&lt;/Text&gt;&#13;&#10;          &lt;Text style={{ fontSize: 14, color: '#00D4FF', fontFamily: 'Arial' }}&gt;Enter · 0x28&lt;/Text&gt;&#13;&#10;          &lt;Text style={{ fontSize: 15, color: '#9FBEDD' }}&gt;打开链接 / 确认&lt;/Text&gt;&#13;&#10;        &lt;/Box&gt;&#13;&#10;        &lt;Box style={{ flex: 1, background: '#143A61', borderRadius: 12, padding: '20px 18px', flexDirection: 'column', justifyContent: 'center', gap: 8 }}&gt;&#13;&#10;          &lt;Text style={{ fontSize: 22, color: '#EAF3FF', fontWeight: 'bold' }}&gt;顺时针&lt;/Text&gt;&#13;&#10;          &lt;Text style={{ fontSize: 14, color: '#00D4FF', fontFamily: 'Arial' }}&gt;VOL+ · 0xE9 ×3&lt;/Text&gt;&#13;&#10;          &lt;Text style={{ fontSize: 15, color: '#9FBEDD' }}&gt;音量加&lt;/Text&gt;&#13;&#10;        &lt;/Box&gt;&#13;&#10;        &lt;Box style={{ flex: 1, background: '#143A61', borderRadius: 12, padding: '20px 18px', flexDirection: 'column', justifyContent: 'center', gap: 8 }}&gt;&#13;&#10;          &lt;Text style={{ fontSize: 22, color: '#EAF3FF', fontWeight: 'bold' }}&gt;逆时针&lt;/Text&gt;&#13;&#10;          &lt;Text style={{ fontSize: 14, color: '#00D4FF', fontFamily: 'Arial' }}&gt;VOL- · 0xEA ×3&lt;/Text&gt;&#13;&#10;          &lt;Text style={{ fontSize: 15, color: '#9FBEDD' }}&gt;音量减&lt;/Text&gt;&#13;&#10;        &lt;/Box&gt;&#13;&#10;        &lt;Box style={{ flex: 1, background: '#143A61', borderRadius: 12, padding: '20px 18px', flexDirection: 'column', justifyContent: 'center', gap: 8 }}&gt;&#13;&#10;          &lt;Text style={{ fontSize: 22, color: '#EAF3FF', fontWeight: 'bold' }}&gt;挥手&lt;/Text&gt;&#13;&#10;          &lt;Text style={{ fontSize: 14, color: '#00D4FF', fontFamily: 'Arial' }}&gt;Mute · 0xE2&lt;/Text&gt;&#13;&#10;          &lt;Text style={{ fontSize: 15, color: '#9FBEDD' }}&gt;静音切换&lt;/Text&gt;&#13;&#10;        &lt;/Box&gt;&#13;&#10;      &lt;/Box&gt;&#13;&#10;    &lt;/Box&gt;&#13;&#10;  &lt;/Box&gt;&#13;&#10;  &lt;Box style={{ height: 40, flexDirection: 'row', justifyContent: 'space-between', alignItems: 'center' }}&gt;&#13;&#10;    &lt;Box style={{ flexDirection: 'row', alignItems: 'center', gap: 10 }}&gt;&#13;&#10;      &lt;Box style={{ width: 6, height: 6, borderRadius: 3, background: '#00D4FF' }} /&gt;&#13;&#10;      &lt;Text style={{ fontSize: 12, color: '#9FBEDD', fontFamily: 'Arial', letterSpacing: 2 }}&gt;02 / 09&lt;/Text&gt;&#13;&#10;    &lt;/Box&gt;&#13;&#10;    &lt;Box style={{ flexDirection: 'row', alignItems: 'center', gap: 10 }}&gt;&#13;&#10;      &lt;Box href=&quot;ppaction://hlinkshowjump?jump=previousslide&quot; style={{ flexDirection: 'row', alignItems: 'center', gap: 6, borderRadius: 16, border: '1px solid #143A61', padding: '7px 16px' }}&gt;&#13;&#10;        &lt;FAIcon name=&quot;chevron-left&quot; style={{ fill: '#9FBEDD', width: 12, height: 12 }} /&gt;&#13;&#10;        &lt;Text style={{ fontSize: 12, color: '#9FBEDD' }}&gt;上一页&lt;/Text&gt;&#13;&#10;      &lt;/Box&gt;&#13;&#10;      &lt;Box href=&quot;ppaction://hlinkshowjump?jump=nextslide&quot; style={{ flexDirection: 'row', alignItems: 'center', gap: 6, borderRadius: 16, border: '1px solid #00D4FF', padding: '7px 16px' }}&gt;&#13;&#10;        &lt;Text style={{ fontSize: 12, color: '#00D4FF' }}&gt;下一页&lt;/Text&gt;&#13;&#10;        &lt;FAIcon name=&quot;chevron-right&quot; style={{ fill: '#00D4FF', width: 12, height: 12 }} /&gt;&#13;&#10;      &lt;/Box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2A4A"/>
          </a:solidFill>
          <a:ln/>
        </p:spPr>
        <p:txBody>
          <a:bodyPr/>
          <a:p/>
        </p:txBody>
      </p:sp>
      <p:sp>
        <p:nvSpPr>
          <p:cNvPr id="26" name=""/>
          <p:cNvSpPr/>
          <p:nvPr/>
        </p:nvSpPr>
        <p:spPr>
          <a:xfrm rot="0" flipH="0" flipV="0">
            <a:off x="571500" y="6477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00100" y="666750"/>
            <a:ext cx="25622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演示总览</a:t>
            </a:r>
            <a:r>
              <a:rPr lang="en-US" sz="2250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 · 8 </a:t>
            </a: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种手势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10506075" y="657225"/>
            <a:ext cx="1114425" cy="361950"/>
          </a:xfrm>
          <a:prstGeom prst="roundRect">
            <a:avLst>
              <a:gd name="adj" fmla="val 63158"/>
            </a:avLst>
          </a:prstGeom>
          <a:solidFill>
            <a:srgbClr val="143A61"/>
          </a:solidFill>
          <a:ln/>
        </p:spPr>
        <p:txBody>
          <a:bodyPr/>
          <a:p/>
        </p:txBody>
      </p:sp>
      <p:pic>
        <p:nvPicPr>
          <p:cNvPr id="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715625" y="752475"/>
            <a:ext cx="171450" cy="171450"/>
          </a:xfrm>
          <a:prstGeom prst="rect">
            <a:avLst/>
          </a:prstGeom>
          <a:ln/>
        </p:spPr>
      </p:pic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0982325" y="7524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速查表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571500" y="1219200"/>
            <a:ext cx="11049000" cy="723900"/>
          </a:xfrm>
          <a:prstGeom prst="roundRect">
            <a:avLst>
              <a:gd name="adj" fmla="val 15789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62000" y="1352550"/>
            <a:ext cx="1066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AF3FF"/>
                </a:solidFill>
                <a:latin typeface="Microsoft YaHei"/>
                <a:ea typeface="Microsoft YaHei"/>
              </a:rPr>
              <a:t>放映全程都可以练手：</a:t>
            </a:r>
            <a:r>
              <a:rPr lang="zh-CN" sz="1200">
                <a:solidFill>
                  <a:srgbClr val="00D4FF"/>
                </a:solidFill>
                <a:latin typeface="Microsoft YaHei"/>
                <a:ea typeface="Microsoft YaHei"/>
              </a:rPr>
              <a:t>上滑</a:t>
            </a:r>
            <a:r>
              <a:rPr lang="en-US" sz="1200">
                <a:solidFill>
                  <a:srgbClr val="00D4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00D4FF"/>
                </a:solidFill>
                <a:latin typeface="Microsoft YaHei"/>
                <a:ea typeface="Microsoft YaHei"/>
              </a:rPr>
              <a:t>下滑</a:t>
            </a:r>
            <a:r>
              <a:rPr lang="en-US" sz="1200">
                <a:solidFill>
                  <a:srgbClr val="EAF3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EAF3FF"/>
                </a:solidFill>
                <a:latin typeface="Microsoft YaHei"/>
                <a:ea typeface="Microsoft YaHei"/>
              </a:rPr>
              <a:t>移动链接焦点，</a:t>
            </a:r>
            <a:r>
              <a:rPr lang="zh-CN" sz="1200">
                <a:solidFill>
                  <a:srgbClr val="00D4FF"/>
                </a:solidFill>
                <a:latin typeface="Microsoft YaHei"/>
                <a:ea typeface="Microsoft YaHei"/>
              </a:rPr>
              <a:t>靠近</a:t>
            </a:r>
            <a:r>
              <a:rPr lang="en-US" sz="1200">
                <a:solidFill>
                  <a:srgbClr val="EAF3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EAF3FF"/>
                </a:solidFill>
                <a:latin typeface="Microsoft YaHei"/>
                <a:ea typeface="Microsoft YaHei"/>
              </a:rPr>
              <a:t>打开选中的链接。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62000" y="1600200"/>
            <a:ext cx="1066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焦点提示是控件四周的一圈细虚线（</a:t>
            </a:r>
            <a:r>
              <a:rPr lang="en-US" sz="1050">
                <a:solidFill>
                  <a:srgbClr val="9FBEDD"/>
                </a:solidFill>
                <a:latin typeface="Microsoft YaHei"/>
                <a:ea typeface="Microsoft YaHei"/>
              </a:rPr>
              <a:t xml:space="preserve">PowerPoint </a:t>
            </a: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原生）。第</a:t>
            </a:r>
            <a:r>
              <a:rPr lang="en-US" sz="1050">
                <a:solidFill>
                  <a:srgbClr val="9FBEDD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页是专门的焦点练习页，那里只有</a:t>
            </a:r>
            <a:r>
              <a:rPr lang="en-US" sz="1050">
                <a:solidFill>
                  <a:srgbClr val="9FBEDD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个可聚焦控件，虚线框最明显。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571500" y="2076450"/>
            <a:ext cx="2676525" cy="1971675"/>
          </a:xfrm>
          <a:prstGeom prst="roundRect">
            <a:avLst>
              <a:gd name="adj" fmla="val 5797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42950" y="2695575"/>
            <a:ext cx="2333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3FF"/>
                </a:solidFill>
                <a:latin typeface="Microsoft YaHei"/>
                <a:ea typeface="Microsoft YaHei"/>
              </a:rPr>
              <a:t>右滑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42950" y="3028950"/>
            <a:ext cx="2333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0D4FF"/>
                </a:solidFill>
                <a:latin typeface="Arial"/>
                <a:ea typeface="Arial"/>
              </a:rPr>
              <a:t>PageDown · 0x4E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42950" y="3267075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翻到下一页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3362325" y="2076450"/>
            <a:ext cx="2676525" cy="1971675"/>
          </a:xfrm>
          <a:prstGeom prst="roundRect">
            <a:avLst>
              <a:gd name="adj" fmla="val 5797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3533775" y="2695575"/>
            <a:ext cx="2333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3FF"/>
                </a:solidFill>
                <a:latin typeface="Microsoft YaHei"/>
                <a:ea typeface="Microsoft YaHei"/>
              </a:rPr>
              <a:t>左滑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3533775" y="3028950"/>
            <a:ext cx="2333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0D4FF"/>
                </a:solidFill>
                <a:latin typeface="Arial"/>
                <a:ea typeface="Arial"/>
              </a:rPr>
              <a:t>PageUp · 0x4B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3533775" y="3267075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翻到上一页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153150" y="2076450"/>
            <a:ext cx="2676525" cy="1971675"/>
          </a:xfrm>
          <a:prstGeom prst="roundRect">
            <a:avLst>
              <a:gd name="adj" fmla="val 5797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324600" y="2695575"/>
            <a:ext cx="2333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3FF"/>
                </a:solidFill>
                <a:latin typeface="Microsoft YaHei"/>
                <a:ea typeface="Microsoft YaHei"/>
              </a:rPr>
              <a:t>上滑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324600" y="3028950"/>
            <a:ext cx="2333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0D4FF"/>
                </a:solidFill>
                <a:latin typeface="Arial"/>
                <a:ea typeface="Arial"/>
              </a:rPr>
              <a:t>Tab · 0x2B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324600" y="3267075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下一个链接</a:t>
            </a:r>
            <a:r>
              <a:rPr lang="en-US" sz="1125">
                <a:solidFill>
                  <a:srgbClr val="9FBEDD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控件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8943975" y="2076450"/>
            <a:ext cx="2676525" cy="1971675"/>
          </a:xfrm>
          <a:prstGeom prst="roundRect">
            <a:avLst>
              <a:gd name="adj" fmla="val 5797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9115425" y="2695575"/>
            <a:ext cx="2333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3FF"/>
                </a:solidFill>
                <a:latin typeface="Microsoft YaHei"/>
                <a:ea typeface="Microsoft YaHei"/>
              </a:rPr>
              <a:t>下滑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9115425" y="3028950"/>
            <a:ext cx="2333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0D4FF"/>
                </a:solidFill>
                <a:latin typeface="Arial"/>
                <a:ea typeface="Arial"/>
              </a:rPr>
              <a:t>Shift+Tab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9115425" y="3267075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上一个链接</a:t>
            </a:r>
            <a:r>
              <a:rPr lang="en-US" sz="1125">
                <a:solidFill>
                  <a:srgbClr val="9FBEDD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控件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571500" y="4181475"/>
            <a:ext cx="2676525" cy="1971675"/>
          </a:xfrm>
          <a:prstGeom prst="roundRect">
            <a:avLst>
              <a:gd name="adj" fmla="val 5797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42950" y="4800600"/>
            <a:ext cx="2333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3FF"/>
                </a:solidFill>
                <a:latin typeface="Microsoft YaHei"/>
                <a:ea typeface="Microsoft YaHei"/>
              </a:rPr>
              <a:t>靠近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42950" y="5133975"/>
            <a:ext cx="2333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0D4FF"/>
                </a:solidFill>
                <a:latin typeface="Arial"/>
                <a:ea typeface="Arial"/>
              </a:rPr>
              <a:t>Enter · 0x28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42950" y="5372100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打开链接</a:t>
            </a:r>
            <a:r>
              <a:rPr lang="en-US" sz="1125">
                <a:solidFill>
                  <a:srgbClr val="9FBEDD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确认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3362325" y="4181475"/>
            <a:ext cx="2676525" cy="1971675"/>
          </a:xfrm>
          <a:prstGeom prst="roundRect">
            <a:avLst>
              <a:gd name="adj" fmla="val 5797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3533775" y="4800600"/>
            <a:ext cx="2333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3FF"/>
                </a:solidFill>
                <a:latin typeface="Microsoft YaHei"/>
                <a:ea typeface="Microsoft YaHei"/>
              </a:rPr>
              <a:t>顺时针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3533775" y="5133975"/>
            <a:ext cx="2333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0D4FF"/>
                </a:solidFill>
                <a:latin typeface="Arial"/>
                <a:ea typeface="Arial"/>
              </a:rPr>
              <a:t>VOL+ · 0xE9 ×3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533775" y="5372100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音量加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153150" y="4181475"/>
            <a:ext cx="2676525" cy="1971675"/>
          </a:xfrm>
          <a:prstGeom prst="roundRect">
            <a:avLst>
              <a:gd name="adj" fmla="val 5797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324600" y="4800600"/>
            <a:ext cx="2333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3FF"/>
                </a:solidFill>
                <a:latin typeface="Microsoft YaHei"/>
                <a:ea typeface="Microsoft YaHei"/>
              </a:rPr>
              <a:t>逆时针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324600" y="5133975"/>
            <a:ext cx="2333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0D4FF"/>
                </a:solidFill>
                <a:latin typeface="Arial"/>
                <a:ea typeface="Arial"/>
              </a:rPr>
              <a:t>VOL- · 0xEA ×3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324600" y="5372100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音量减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8943975" y="4181475"/>
            <a:ext cx="2676525" cy="1971675"/>
          </a:xfrm>
          <a:prstGeom prst="roundRect">
            <a:avLst>
              <a:gd name="adj" fmla="val 5797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9115425" y="4800600"/>
            <a:ext cx="2333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3FF"/>
                </a:solidFill>
                <a:latin typeface="Microsoft YaHei"/>
                <a:ea typeface="Microsoft YaHei"/>
              </a:rPr>
              <a:t>挥手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9115425" y="5133975"/>
            <a:ext cx="2333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0D4FF"/>
                </a:solidFill>
                <a:latin typeface="Arial"/>
                <a:ea typeface="Arial"/>
              </a:rPr>
              <a:t>Mute · 0xE2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115425" y="5372100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静音切换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571500" y="6457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23900" y="6410325"/>
            <a:ext cx="485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9FBEDD"/>
                </a:solidFill>
                <a:latin typeface="Arial"/>
                <a:ea typeface="Arial"/>
              </a:rPr>
              <a:t>02 / 09</a:t>
            </a:r>
            <a:endParaRPr/>
          </a:p>
        </p:txBody>
      </p:sp>
      <p:sp>
        <p:nvSpPr>
          <p:cNvPr id="69" name="">
            <a:hlinkClick r:id="" action="ppaction://hlinkshowjump?jump=previousslide"/>
          </p:cNvPr>
          <p:cNvSpPr/>
          <p:nvPr/>
        </p:nvSpPr>
        <p:spPr>
          <a:xfrm rot="0" flipH="0" flipV="0">
            <a:off x="98869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143A61"/>
            </a:solidFill>
            <a:prstDash val="solid"/>
          </a:ln>
        </p:spPr>
        <p:txBody>
          <a:bodyPr/>
          <a:p/>
        </p:txBody>
      </p:sp>
      <p:pic>
        <p:nvPicPr>
          <p:cNvPr id="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0039350" y="6429375"/>
            <a:ext cx="114300" cy="114300"/>
          </a:xfrm>
          <a:prstGeom prst="rect">
            <a:avLst/>
          </a:prstGeom>
          <a:ln/>
        </p:spPr>
      </p:pic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0210800" y="6410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FBEDD"/>
                </a:solidFill>
                <a:latin typeface="Microsoft YaHei"/>
                <a:ea typeface="Microsoft YaHei"/>
              </a:rPr>
              <a:t>上一页</a:t>
            </a:r>
            <a:endParaRPr/>
          </a:p>
        </p:txBody>
      </p:sp>
      <p:sp>
        <p:nvSpPr>
          <p:cNvPr id="73" name="">
            <a:hlinkClick r:id="" action="ppaction://hlinkshowjump?jump=nextslide"/>
          </p:cNvPr>
          <p:cNvSpPr/>
          <p:nvPr/>
        </p:nvSpPr>
        <p:spPr>
          <a:xfrm rot="0" flipH="0" flipV="0">
            <a:off x="108013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0953750" y="6410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0D4FF"/>
                </a:solidFill>
                <a:latin typeface="Microsoft YaHei"/>
                <a:ea typeface="Microsoft YaHei"/>
              </a:rPr>
              <a:t>下一页</a:t>
            </a:r>
            <a:endParaRPr/>
          </a:p>
        </p:txBody>
      </p:sp>
      <p:pic>
        <p:nvPicPr>
          <p:cNvPr id="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11353800" y="6429375"/>
            <a:ext cx="114300" cy="114300"/>
          </a:xfrm>
          <a:prstGeom prst="rect">
            <a:avLst/>
          </a:prstGeom>
          <a:ln/>
        </p:spPr>
      </p:pic>
    </p:spTree>
  </p:cSld>
  <p:transition>
    <p:sndAc>
      <p:endSnd/>
    </p:sndAc>
  </p:transition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6" name="" descr="&lt;Slide style={{ background: '#0C2A4A', padding: '48px 60px 20px 60px' }}&gt;&#13;&#10;  &lt;Box style={{ height: 80, flexDirection: 'row', justifyContent: 'space-between', alignItems: 'center' }}&gt;&#13;&#10;    &lt;Box style={{ flexDirection: 'row', alignItems: 'center', gap: 16 }}&gt;&#13;&#10;      &lt;Box style={{ width: 8, height: 40, background: '#00D4FF', borderRadius: 4 }} /&gt;&#13;&#10;      &lt;Text style={{ fontSize: 30, color: '#EAF3FF', fontWeight: 'bold' }}&gt;手势 01 · 右滑翻页&lt;/Text&gt;&#13;&#10;    &lt;/Box&gt;&#13;&#10;    &lt;Box style={{ flexDirection: 'row', alignItems: 'center', gap: 10, background: '#143A61', borderRadius: 24, padding: '10px 22px', border: '1px solid #00D4FF' }}&gt;&#13;&#10;      &lt;FAIcon name=&quot;arrow-right&quot; style={{ fill: '#00D4FF', width: 20, height: 20 }} /&gt;&#13;&#10;      &lt;Text style={{ fontSize: 15, color: '#00D4FF' }}&gt;本页手势 · 右滑&lt;/Text&gt;&#13;&#10;    &lt;/Box&gt;&#13;&#10;  &lt;/Box&gt;&#13;&#10;  &lt;Box style={{ height: 532, flexDirection: 'row', gap: 40, alignItems: 'center' }}&gt;&#13;&#10;    &lt;Box style={{ width: 420, height: '100%', flexDirection: 'column', justifyContent: 'center', alignItems: 'center', gap: 18 }}&gt;&#13;&#10;      &lt;Box style={{ width: 260, height: 260, borderRadius: 130, border: '2px solid #143A61', justifyContent: 'center', alignItems: 'center' }}&gt;&#13;&#10;        &lt;FAIcon name=&quot;arrow-right&quot; style={{ fill: '#00D4FF', width: 150, height: 150 }} /&gt;&#13;&#10;      &lt;/Box&gt;&#13;&#10;      &lt;Text style={{ fontSize: 56, color: '#EAF3FF', fontWeight: 'bold', letterSpacing: 12 }}&gt;右 滑&lt;/Text&gt;&#13;&#10;    &lt;/Box&gt;&#13;&#10;    &lt;Box style={{ flex: 1, flexDirection: 'column', gap: 20 }}&gt;&#13;&#10;      &lt;Box style={{ background: '#143A61', borderRadius: 12, padding: '22px 26px', flexDirection: 'column', gap: 12 }}&gt;&#13;&#10;        &lt;Text style={{ fontSize: 17, color: '#9FBEDD' }}&gt;HID 行为 &lt;span style={{ fontSize: 20, color: '#EAF3FF', fontFamily: 'Arial' }}&gt;PageDown (0x4E)&lt;/span&gt;&lt;/Text&gt;&#13;&#10;        &lt;Text style={{ fontSize: 17, color: '#9FBEDD' }}&gt;用途 &lt;span style={{ fontSize: 20, color: '#EAF3FF' }}&gt;翻到下一页&lt;/span&gt;&lt;/Text&gt;&#13;&#10;      &lt;/Box&gt;&#13;&#10;      &lt;Box style={{ background: '#143A61', borderRadius: 12, padding: '26px 26px', flexDirection: 'column', gap: 10, border: '1px solid #00D4FF' }}&gt;&#13;&#10;        &lt;Text style={{ fontSize: 16, color: '#00D4FF', fontWeight: 'bold' }}&gt;现场体验&lt;/Text&gt;&#13;&#10;        &lt;Text style={{ fontSize: 22, color: '#EAF3FF', lineHeight: 1.6 }}&gt;对着屏幕做一个&lt;span style={{ color: '#00D4FF', fontWeight: 'bold' }}&gt;【右滑】&lt;/span&gt;手势——&lt;br /&gt;页面会立刻翻到下一页。&lt;/Text&gt;&#13;&#10;      &lt;/Box&gt;&#13;&#10;      &lt;Text style={{ fontSize: 15, color: '#9FBEDD' }}&gt;提示：翻过头了？用【左滑】就能回来，下一页见。&lt;/Text&gt;&#13;&#10;    &lt;/Box&gt;&#13;&#10;  &lt;/Box&gt;&#13;&#10;  &lt;Box style={{ height: 40, flexDirection: 'row', justifyContent: 'space-between', alignItems: 'center' }}&gt;&#13;&#10;    &lt;Box style={{ flexDirection: 'row', alignItems: 'center', gap: 10 }}&gt;&#13;&#10;      &lt;Box style={{ width: 6, height: 6, borderRadius: 3, background: '#00D4FF' }} /&gt;&#13;&#10;      &lt;Text style={{ fontSize: 12, color: '#9FBEDD', fontFamily: 'Arial', letterSpacing: 2 }}&gt;03 / 09&lt;/Text&gt;&#13;&#10;    &lt;/Box&gt;&#13;&#10;    &lt;Box style={{ flexDirection: 'row', alignItems: 'center', gap: 10 }}&gt;&#13;&#10;      &lt;Box href=&quot;ppaction://hlinkshowjump?jump=previousslide&quot; style={{ flexDirection: 'row', alignItems: 'center', gap: 6, borderRadius: 16, border: '1px solid #143A61', padding: '7px 16px' }}&gt;&#13;&#10;        &lt;FAIcon name=&quot;chevron-left&quot; style={{ fill: '#9FBEDD', width: 12, height: 12 }} /&gt;&#13;&#10;        &lt;Text style={{ fontSize: 12, color: '#9FBEDD' }}&gt;上一页&lt;/Text&gt;&#13;&#10;      &lt;/Box&gt;&#13;&#10;      &lt;Box href=&quot;ppaction://hlinkshowjump?jump=nextslide&quot; style={{ flexDirection: 'row', alignItems: 'center', gap: 6, borderRadius: 16, border: '1px solid #00D4FF', padding: '7px 16px' }}&gt;&#13;&#10;        &lt;Text style={{ fontSize: 12, color: '#00D4FF' }}&gt;下一页&lt;/Text&gt;&#13;&#10;        &lt;FAIcon name=&quot;chevron-right&quot; style={{ fill: '#00D4FF', width: 12, height: 12 }} /&gt;&#13;&#10;      &lt;/Box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2A4A"/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571500" y="6477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00100" y="666750"/>
            <a:ext cx="2447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手势</a:t>
            </a:r>
            <a:r>
              <a:rPr lang="en-US" sz="2250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 01 · </a:t>
            </a: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右滑翻页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9934575" y="647700"/>
            <a:ext cx="1685925" cy="381000"/>
          </a:xfrm>
          <a:prstGeom prst="roundRect">
            <a:avLst>
              <a:gd name="adj" fmla="val 60000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pic>
        <p:nvPicPr>
          <p:cNvPr id="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144125" y="742950"/>
            <a:ext cx="190500" cy="190500"/>
          </a:xfrm>
          <a:prstGeom prst="rect">
            <a:avLst/>
          </a:prstGeom>
          <a:ln/>
        </p:spPr>
      </p:pic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0429875" y="752475"/>
            <a:ext cx="981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本页手势</a:t>
            </a:r>
            <a:r>
              <a:rPr lang="en-US" sz="1125">
                <a:solidFill>
                  <a:srgbClr val="00D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右滑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1333500" y="2105025"/>
            <a:ext cx="2476500" cy="2476500"/>
          </a:xfrm>
          <a:prstGeom prst="roundRect">
            <a:avLst>
              <a:gd name="adj" fmla="val 50000"/>
            </a:avLst>
          </a:prstGeom>
          <a:ln w="25400">
            <a:solidFill>
              <a:srgbClr val="143A61"/>
            </a:solidFill>
            <a:prstDash val="solid"/>
          </a:ln>
        </p:spPr>
        <p:txBody>
          <a:bodyPr/>
          <a:p/>
        </p:txBody>
      </p:sp>
      <p:pic>
        <p:nvPicPr>
          <p:cNvPr id="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857375" y="2628900"/>
            <a:ext cx="1428750" cy="1428750"/>
          </a:xfrm>
          <a:prstGeom prst="rect">
            <a:avLst/>
          </a:prstGeom>
          <a:ln/>
        </p:spPr>
      </p:pic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790700" y="4752975"/>
            <a:ext cx="15716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 spc="900">
                <a:solidFill>
                  <a:srgbClr val="EAF3FF"/>
                </a:solidFill>
                <a:latin typeface="Microsoft YaHei"/>
                <a:ea typeface="Microsoft YaHei"/>
              </a:rPr>
              <a:t>右</a:t>
            </a:r>
            <a:r>
              <a:rPr lang="en-US" sz="4200" b="1" spc="900">
                <a:solidFill>
                  <a:srgbClr val="EAF3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4200" b="1" spc="900">
                <a:solidFill>
                  <a:srgbClr val="EAF3FF"/>
                </a:solidFill>
                <a:latin typeface="Microsoft YaHei"/>
                <a:ea typeface="Microsoft YaHei"/>
              </a:rPr>
              <a:t>滑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4953000" y="2190750"/>
            <a:ext cx="6667500" cy="990600"/>
          </a:xfrm>
          <a:prstGeom prst="roundRect">
            <a:avLst>
              <a:gd name="adj" fmla="val 11538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5200650" y="2400300"/>
            <a:ext cx="617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9FBEDD"/>
                </a:solidFill>
                <a:latin typeface="Microsoft YaHei"/>
                <a:ea typeface="Microsoft YaHei"/>
              </a:rPr>
              <a:t xml:space="preserve">HID </a:t>
            </a:r>
            <a:r>
              <a:rPr lang="zh-CN" sz="1275">
                <a:solidFill>
                  <a:srgbClr val="9FBEDD"/>
                </a:solidFill>
                <a:latin typeface="Microsoft YaHei"/>
                <a:ea typeface="Microsoft YaHei"/>
              </a:rPr>
              <a:t>行为</a:t>
            </a:r>
            <a:r>
              <a:rPr lang="en-US" sz="1275">
                <a:solidFill>
                  <a:srgbClr val="9FBEDD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500">
                <a:solidFill>
                  <a:srgbClr val="EAF3FF"/>
                </a:solidFill>
                <a:latin typeface="Microsoft YaHei"/>
                <a:ea typeface="Microsoft YaHei"/>
              </a:rPr>
              <a:t>PageDown (0x4E)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200650" y="2743200"/>
            <a:ext cx="617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9FBEDD"/>
                </a:solidFill>
                <a:latin typeface="Microsoft YaHei"/>
                <a:ea typeface="Microsoft YaHei"/>
              </a:rPr>
              <a:t>用途</a:t>
            </a:r>
            <a:r>
              <a:rPr lang="en-US" sz="1275">
                <a:solidFill>
                  <a:srgbClr val="9FBEDD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EAF3FF"/>
                </a:solidFill>
                <a:latin typeface="Microsoft YaHei"/>
                <a:ea typeface="Microsoft YaHei"/>
              </a:rPr>
              <a:t>翻到下一页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4953000" y="3371850"/>
            <a:ext cx="6667500" cy="1590675"/>
          </a:xfrm>
          <a:prstGeom prst="roundRect">
            <a:avLst>
              <a:gd name="adj" fmla="val 7186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200650" y="3619500"/>
            <a:ext cx="6172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现场体验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200650" y="3905250"/>
            <a:ext cx="6172200" cy="8096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EAF3FF"/>
                </a:solidFill>
                <a:latin typeface="Microsoft YaHei"/>
                <a:ea typeface="Microsoft YaHei"/>
              </a:rPr>
              <a:t>对着屏幕做一个</a:t>
            </a:r>
            <a:r>
              <a:rPr lang="zh-CN" sz="1650" b="1">
                <a:solidFill>
                  <a:srgbClr val="00D4FF"/>
                </a:solidFill>
                <a:latin typeface="Microsoft YaHei"/>
                <a:ea typeface="Microsoft YaHei"/>
              </a:rPr>
              <a:t>【右滑】</a:t>
            </a:r>
            <a:r>
              <a:rPr lang="zh-CN" sz="1650">
                <a:solidFill>
                  <a:srgbClr val="EAF3FF"/>
                </a:solidFill>
                <a:latin typeface="Microsoft YaHei"/>
                <a:ea typeface="Microsoft YaHei"/>
              </a:rPr>
              <a:t>手势——</a:t>
            </a:r>
            <a:endParaRPr/>
          </a:p>
          <a:p>
            <a:pPr>
              <a:lnSpc>
                <a:spcPct val="160000"/>
              </a:lnSpc>
            </a:pPr>
            <a:r>
              <a:rPr lang="zh-CN" sz="1650">
                <a:solidFill>
                  <a:srgbClr val="EAF3FF"/>
                </a:solidFill>
                <a:latin typeface="Microsoft YaHei"/>
                <a:ea typeface="Microsoft YaHei"/>
              </a:rPr>
              <a:t>页面会立刻翻到下一页。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953000" y="5153025"/>
            <a:ext cx="666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提示：翻过头了？用【左滑】就能回来，下一页见。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571500" y="6457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23900" y="6410325"/>
            <a:ext cx="485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9FBEDD"/>
                </a:solidFill>
                <a:latin typeface="Arial"/>
                <a:ea typeface="Arial"/>
              </a:rPr>
              <a:t>03 / 09</a:t>
            </a:r>
            <a:endParaRPr/>
          </a:p>
        </p:txBody>
      </p:sp>
      <p:sp>
        <p:nvSpPr>
          <p:cNvPr id="96" name="">
            <a:hlinkClick r:id="" action="ppaction://hlinkshowjump?jump=previousslide"/>
          </p:cNvPr>
          <p:cNvSpPr/>
          <p:nvPr/>
        </p:nvSpPr>
        <p:spPr>
          <a:xfrm rot="0" flipH="0" flipV="0">
            <a:off x="98869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143A61"/>
            </a:solidFill>
            <a:prstDash val="solid"/>
          </a:ln>
        </p:spPr>
        <p:txBody>
          <a:bodyPr/>
          <a:p/>
        </p:txBody>
      </p:sp>
      <p:pic>
        <p:nvPicPr>
          <p:cNvPr id="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0039350" y="6429375"/>
            <a:ext cx="114300" cy="114300"/>
          </a:xfrm>
          <a:prstGeom prst="rect">
            <a:avLst/>
          </a:prstGeom>
          <a:ln/>
        </p:spPr>
      </p:pic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0210800" y="6410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FBEDD"/>
                </a:solidFill>
                <a:latin typeface="Microsoft YaHei"/>
                <a:ea typeface="Microsoft YaHei"/>
              </a:rPr>
              <a:t>上一页</a:t>
            </a:r>
            <a:endParaRPr/>
          </a:p>
        </p:txBody>
      </p:sp>
      <p:sp>
        <p:nvSpPr>
          <p:cNvPr id="100" name="">
            <a:hlinkClick r:id="" action="ppaction://hlinkshowjump?jump=nextslide"/>
          </p:cNvPr>
          <p:cNvSpPr/>
          <p:nvPr/>
        </p:nvSpPr>
        <p:spPr>
          <a:xfrm rot="0" flipH="0" flipV="0">
            <a:off x="108013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0953750" y="6410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0D4FF"/>
                </a:solidFill>
                <a:latin typeface="Microsoft YaHei"/>
                <a:ea typeface="Microsoft YaHei"/>
              </a:rPr>
              <a:t>下一页</a:t>
            </a:r>
            <a:endParaRPr/>
          </a:p>
        </p:txBody>
      </p:sp>
      <p:pic>
        <p:nvPicPr>
          <p:cNvPr id="1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11353800" y="6429375"/>
            <a:ext cx="114300" cy="114300"/>
          </a:xfrm>
          <a:prstGeom prst="rect">
            <a:avLst/>
          </a:prstGeom>
          <a:ln/>
        </p:spPr>
      </p:pic>
    </p:spTree>
  </p:cSld>
  <p:transition>
    <p:sndAc>
      <p:endSnd/>
    </p:sndAc>
  </p:transition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3" name="" descr="&lt;Slide style={{ background: '#0C2A4A', padding: '48px 60px 20px 60px' }}&gt;&#13;&#10;  &lt;Box style={{ height: 80, flexDirection: 'row', justifyContent: 'space-between', alignItems: 'center' }}&gt;&#13;&#10;    &lt;Box style={{ flexDirection: 'row', alignItems: 'center', gap: 16 }}&gt;&#13;&#10;      &lt;Box style={{ width: 8, height: 40, background: '#00D4FF', borderRadius: 4 }} /&gt;&#13;&#10;      &lt;Text style={{ fontSize: 30, color: '#EAF3FF', fontWeight: 'bold' }}&gt;手势 02 · 左滑回翻&lt;/Text&gt;&#13;&#10;    &lt;/Box&gt;&#13;&#10;    &lt;Box style={{ flexDirection: 'row', alignItems: 'center', gap: 10, background: '#143A61', borderRadius: 24, padding: '10px 22px', border: '1px solid #00D4FF' }}&gt;&#13;&#10;      &lt;FAIcon name=&quot;arrow-left&quot; style={{ fill: '#00D4FF', width: 20, height: 20 }} /&gt;&#13;&#10;      &lt;Text style={{ fontSize: 15, color: '#00D4FF' }}&gt;本页手势 · 左滑&lt;/Text&gt;&#13;&#10;    &lt;/Box&gt;&#13;&#10;  &lt;/Box&gt;&#13;&#10;  &lt;Box style={{ height: 532, flexDirection: 'row-reverse', gap: 40, alignItems: 'center' }}&gt;&#13;&#10;    &lt;Box style={{ width: 420, height: '100%', flexDirection: 'column', justifyContent: 'center', alignItems: 'center', gap: 18 }}&gt;&#13;&#10;      &lt;Box style={{ width: 260, height: 260, borderRadius: 130, border: '2px solid #143A61', justifyContent: 'center', alignItems: 'center' }}&gt;&#13;&#10;        &lt;FAIcon name=&quot;arrow-left&quot; style={{ fill: '#00D4FF', width: 150, height: 150 }} /&gt;&#13;&#10;      &lt;/Box&gt;&#13;&#10;      &lt;Text style={{ fontSize: 56, color: '#EAF3FF', fontWeight: 'bold', letterSpacing: 12 }}&gt;左 滑&lt;/Text&gt;&#13;&#10;    &lt;/Box&gt;&#13;&#10;    &lt;Box style={{ flex: 1, flexDirection: 'column', gap: 20 }}&gt;&#13;&#10;      &lt;Box style={{ background: '#143A61', borderRadius: 12, padding: '22px 26px', flexDirection: 'column', gap: 12 }}&gt;&#13;&#10;        &lt;Text style={{ fontSize: 17, color: '#9FBEDD' }}&gt;HID 行为 &lt;span style={{ fontSize: 20, color: '#EAF3FF', fontFamily: 'Arial' }}&gt;PageUp (0x4B)&lt;/span&gt;&lt;/Text&gt;&#13;&#10;        &lt;Text style={{ fontSize: 17, color: '#9FBEDD' }}&gt;用途 &lt;span style={{ fontSize: 20, color: '#EAF3FF' }}&gt;翻到上一页&lt;/span&gt;&lt;/Text&gt;&#13;&#10;      &lt;/Box&gt;&#13;&#10;      &lt;Box style={{ background: '#143A61', borderRadius: 12, padding: '26px 26px', flexDirection: 'column', gap: 10, border: '1px solid #00D4FF' }}&gt;&#13;&#10;        &lt;Text style={{ fontSize: 16, color: '#00D4FF', fontWeight: 'bold' }}&gt;现场体验&lt;/Text&gt;&#13;&#10;        &lt;Text style={{ fontSize: 22, color: '#EAF3FF', lineHeight: 1.6 }}&gt;刚刚就是【右滑】把你送过来的。&lt;br /&gt;现在做一个&lt;span style={{ color: '#00D4FF', fontWeight: 'bold' }}&gt;【左滑】&lt;/span&gt;，回到上一页，&lt;br /&gt;再用【右滑】回到这里。&lt;/Text&gt;&#13;&#10;      &lt;/Box&gt;&#13;&#10;      &lt;Text style={{ fontSize: 15, color: '#9FBEDD' }}&gt;来回翻两趟，把翻页手势练熟。&lt;/Text&gt;&#13;&#10;    &lt;/Box&gt;&#13;&#10;  &lt;/Box&gt;&#13;&#10;  &lt;Box style={{ height: 40, flexDirection: 'row', justifyContent: 'space-between', alignItems: 'center' }}&gt;&#13;&#10;    &lt;Box style={{ flexDirection: 'row', alignItems: 'center', gap: 10 }}&gt;&#13;&#10;      &lt;Box style={{ width: 6, height: 6, borderRadius: 3, background: '#00D4FF' }} /&gt;&#13;&#10;      &lt;Text style={{ fontSize: 12, color: '#9FBEDD', fontFamily: 'Arial', letterSpacing: 2 }}&gt;04 / 09&lt;/Text&gt;&#13;&#10;    &lt;/Box&gt;&#13;&#10;    &lt;Box style={{ flexDirection: 'row', alignItems: 'center', gap: 10 }}&gt;&#13;&#10;      &lt;Box href=&quot;ppaction://hlinkshowjump?jump=previousslide&quot; style={{ flexDirection: 'row', alignItems: 'center', gap: 6, borderRadius: 16, border: '1px solid #143A61', padding: '7px 16px' }}&gt;&#13;&#10;        &lt;FAIcon name=&quot;chevron-left&quot; style={{ fill: '#9FBEDD', width: 12, height: 12 }} /&gt;&#13;&#10;        &lt;Text style={{ fontSize: 12, color: '#9FBEDD' }}&gt;上一页&lt;/Text&gt;&#13;&#10;      &lt;/Box&gt;&#13;&#10;      &lt;Box href=&quot;ppaction://hlinkshowjump?jump=nextslide&quot; style={{ flexDirection: 'row', alignItems: 'center', gap: 6, borderRadius: 16, border: '1px solid #00D4FF', padding: '7px 16px' }}&gt;&#13;&#10;        &lt;Text style={{ fontSize: 12, color: '#00D4FF' }}&gt;下一页&lt;/Text&gt;&#13;&#10;        &lt;FAIcon name=&quot;chevron-right&quot; style={{ fill: '#00D4FF', width: 12, height: 12 }} /&gt;&#13;&#10;      &lt;/Box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2A4A"/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571500" y="6477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00100" y="666750"/>
            <a:ext cx="2447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手势</a:t>
            </a:r>
            <a:r>
              <a:rPr lang="en-US" sz="2250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 02 · </a:t>
            </a: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左滑回翻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9934575" y="647700"/>
            <a:ext cx="1685925" cy="381000"/>
          </a:xfrm>
          <a:prstGeom prst="roundRect">
            <a:avLst>
              <a:gd name="adj" fmla="val 60000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pic>
        <p:nvPicPr>
          <p:cNvPr id="1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144125" y="742950"/>
            <a:ext cx="190500" cy="190500"/>
          </a:xfrm>
          <a:prstGeom prst="rect">
            <a:avLst/>
          </a:prstGeom>
          <a:ln/>
        </p:spPr>
      </p:pic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0429875" y="752475"/>
            <a:ext cx="981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本页手势</a:t>
            </a:r>
            <a:r>
              <a:rPr lang="en-US" sz="1125">
                <a:solidFill>
                  <a:srgbClr val="00D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左滑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8382000" y="2105025"/>
            <a:ext cx="2476500" cy="2476500"/>
          </a:xfrm>
          <a:prstGeom prst="roundRect">
            <a:avLst>
              <a:gd name="adj" fmla="val 50000"/>
            </a:avLst>
          </a:prstGeom>
          <a:ln w="25400">
            <a:solidFill>
              <a:srgbClr val="143A61"/>
            </a:solidFill>
            <a:prstDash val="solid"/>
          </a:ln>
        </p:spPr>
        <p:txBody>
          <a:bodyPr/>
          <a:p/>
        </p:txBody>
      </p:sp>
      <p:pic>
        <p:nvPicPr>
          <p:cNvPr id="1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05875" y="2628900"/>
            <a:ext cx="1428750" cy="1428750"/>
          </a:xfrm>
          <a:prstGeom prst="rect">
            <a:avLst/>
          </a:prstGeom>
          <a:ln/>
        </p:spPr>
      </p:pic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839200" y="4752975"/>
            <a:ext cx="15716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 spc="900">
                <a:solidFill>
                  <a:srgbClr val="EAF3FF"/>
                </a:solidFill>
                <a:latin typeface="Microsoft YaHei"/>
                <a:ea typeface="Microsoft YaHei"/>
              </a:rPr>
              <a:t>左</a:t>
            </a:r>
            <a:r>
              <a:rPr lang="en-US" sz="4200" b="1" spc="900">
                <a:solidFill>
                  <a:srgbClr val="EAF3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4200" b="1" spc="900">
                <a:solidFill>
                  <a:srgbClr val="EAF3FF"/>
                </a:solidFill>
                <a:latin typeface="Microsoft YaHei"/>
                <a:ea typeface="Microsoft YaHei"/>
              </a:rPr>
              <a:t>滑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571500" y="1990725"/>
            <a:ext cx="6667500" cy="990600"/>
          </a:xfrm>
          <a:prstGeom prst="roundRect">
            <a:avLst>
              <a:gd name="adj" fmla="val 11538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19150" y="2200275"/>
            <a:ext cx="617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9FBEDD"/>
                </a:solidFill>
                <a:latin typeface="Microsoft YaHei"/>
                <a:ea typeface="Microsoft YaHei"/>
              </a:rPr>
              <a:t xml:space="preserve">HID </a:t>
            </a:r>
            <a:r>
              <a:rPr lang="zh-CN" sz="1275">
                <a:solidFill>
                  <a:srgbClr val="9FBEDD"/>
                </a:solidFill>
                <a:latin typeface="Microsoft YaHei"/>
                <a:ea typeface="Microsoft YaHei"/>
              </a:rPr>
              <a:t>行为</a:t>
            </a:r>
            <a:r>
              <a:rPr lang="en-US" sz="1275">
                <a:solidFill>
                  <a:srgbClr val="9FBEDD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500">
                <a:solidFill>
                  <a:srgbClr val="EAF3FF"/>
                </a:solidFill>
                <a:latin typeface="Microsoft YaHei"/>
                <a:ea typeface="Microsoft YaHei"/>
              </a:rPr>
              <a:t>PageUp (0x4B)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19150" y="2543175"/>
            <a:ext cx="617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9FBEDD"/>
                </a:solidFill>
                <a:latin typeface="Microsoft YaHei"/>
                <a:ea typeface="Microsoft YaHei"/>
              </a:rPr>
              <a:t>用途</a:t>
            </a:r>
            <a:r>
              <a:rPr lang="en-US" sz="1275">
                <a:solidFill>
                  <a:srgbClr val="9FBEDD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EAF3FF"/>
                </a:solidFill>
                <a:latin typeface="Microsoft YaHei"/>
                <a:ea typeface="Microsoft YaHei"/>
              </a:rPr>
              <a:t>翻到上一页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571500" y="3171825"/>
            <a:ext cx="6667500" cy="1990725"/>
          </a:xfrm>
          <a:prstGeom prst="roundRect">
            <a:avLst>
              <a:gd name="adj" fmla="val 5742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19150" y="3419475"/>
            <a:ext cx="6172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现场体验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19150" y="3705225"/>
            <a:ext cx="6172200" cy="1209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EAF3FF"/>
                </a:solidFill>
                <a:latin typeface="Microsoft YaHei"/>
                <a:ea typeface="Microsoft YaHei"/>
              </a:rPr>
              <a:t>刚刚就是【右滑】把你送过来的。</a:t>
            </a:r>
            <a:endParaRPr/>
          </a:p>
          <a:p>
            <a:pPr>
              <a:lnSpc>
                <a:spcPct val="160000"/>
              </a:lnSpc>
            </a:pPr>
            <a:r>
              <a:rPr lang="zh-CN" sz="1650">
                <a:solidFill>
                  <a:srgbClr val="EAF3FF"/>
                </a:solidFill>
                <a:latin typeface="Microsoft YaHei"/>
                <a:ea typeface="Microsoft YaHei"/>
              </a:rPr>
              <a:t>现在做一个</a:t>
            </a:r>
            <a:r>
              <a:rPr lang="zh-CN" sz="1650" b="1">
                <a:solidFill>
                  <a:srgbClr val="00D4FF"/>
                </a:solidFill>
                <a:latin typeface="Microsoft YaHei"/>
                <a:ea typeface="Microsoft YaHei"/>
              </a:rPr>
              <a:t>【左滑】</a:t>
            </a:r>
            <a:r>
              <a:rPr lang="zh-CN" sz="1650">
                <a:solidFill>
                  <a:srgbClr val="EAF3FF"/>
                </a:solidFill>
                <a:latin typeface="Microsoft YaHei"/>
                <a:ea typeface="Microsoft YaHei"/>
              </a:rPr>
              <a:t>，回到上一页，</a:t>
            </a:r>
            <a:endParaRPr/>
          </a:p>
          <a:p>
            <a:pPr>
              <a:lnSpc>
                <a:spcPct val="160000"/>
              </a:lnSpc>
            </a:pPr>
            <a:r>
              <a:rPr lang="zh-CN" sz="1650">
                <a:solidFill>
                  <a:srgbClr val="EAF3FF"/>
                </a:solidFill>
                <a:latin typeface="Microsoft YaHei"/>
                <a:ea typeface="Microsoft YaHei"/>
              </a:rPr>
              <a:t>再用【右滑】回到这里。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71500" y="5353050"/>
            <a:ext cx="666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来回翻两趟，把翻页手势练熟。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571500" y="6457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23900" y="6410325"/>
            <a:ext cx="485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9FBEDD"/>
                </a:solidFill>
                <a:latin typeface="Arial"/>
                <a:ea typeface="Arial"/>
              </a:rPr>
              <a:t>04 / 09</a:t>
            </a:r>
            <a:endParaRPr/>
          </a:p>
        </p:txBody>
      </p:sp>
      <p:sp>
        <p:nvSpPr>
          <p:cNvPr id="123" name="">
            <a:hlinkClick r:id="" action="ppaction://hlinkshowjump?jump=previousslide"/>
          </p:cNvPr>
          <p:cNvSpPr/>
          <p:nvPr/>
        </p:nvSpPr>
        <p:spPr>
          <a:xfrm rot="0" flipH="0" flipV="0">
            <a:off x="98869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143A61"/>
            </a:solidFill>
            <a:prstDash val="solid"/>
          </a:ln>
        </p:spPr>
        <p:txBody>
          <a:bodyPr/>
          <a:p/>
        </p:txBody>
      </p:sp>
      <p:pic>
        <p:nvPicPr>
          <p:cNvPr id="1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0039350" y="6429375"/>
            <a:ext cx="114300" cy="114300"/>
          </a:xfrm>
          <a:prstGeom prst="rect">
            <a:avLst/>
          </a:prstGeom>
          <a:ln/>
        </p:spPr>
      </p:pic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0210800" y="6410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FBEDD"/>
                </a:solidFill>
                <a:latin typeface="Microsoft YaHei"/>
                <a:ea typeface="Microsoft YaHei"/>
              </a:rPr>
              <a:t>上一页</a:t>
            </a:r>
            <a:endParaRPr/>
          </a:p>
        </p:txBody>
      </p:sp>
      <p:sp>
        <p:nvSpPr>
          <p:cNvPr id="127" name="">
            <a:hlinkClick r:id="" action="ppaction://hlinkshowjump?jump=nextslide"/>
          </p:cNvPr>
          <p:cNvSpPr/>
          <p:nvPr/>
        </p:nvSpPr>
        <p:spPr>
          <a:xfrm rot="0" flipH="0" flipV="0">
            <a:off x="108013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0953750" y="6410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0D4FF"/>
                </a:solidFill>
                <a:latin typeface="Microsoft YaHei"/>
                <a:ea typeface="Microsoft YaHei"/>
              </a:rPr>
              <a:t>下一页</a:t>
            </a:r>
            <a:endParaRPr/>
          </a:p>
        </p:txBody>
      </p:sp>
      <p:pic>
        <p:nvPicPr>
          <p:cNvPr id="1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11353800" y="6429375"/>
            <a:ext cx="114300" cy="114300"/>
          </a:xfrm>
          <a:prstGeom prst="rect">
            <a:avLst/>
          </a:prstGeom>
          <a:ln/>
        </p:spPr>
      </p:pic>
    </p:spTree>
  </p:cSld>
  <p:transition>
    <p:sndAc>
      <p:endSnd/>
    </p:sndAc>
  </p:transition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30" name="" descr="&lt;Slide style={{ background: '#0C2A4A', padding: '40px 60px 20px 60px' }}&gt;&#13;&#10;  &lt;Box style={{ height: 72, flexDirection: 'row', justifyContent: 'space-between', alignItems: 'center' }}&gt;&#13;&#10;    &lt;Box style={{ flexDirection: 'row', alignItems: 'center', gap: 16 }}&gt;&#13;&#10;      &lt;Box style={{ width: 8, height: 40, background: '#00D4FF', borderRadius: 4 }} /&gt;&#13;&#10;      &lt;Text style={{ fontSize: 30, color: '#EAF3FF', fontWeight: 'bold' }}&gt;手势 03 / 04 · 上滑与下滑移动焦点&lt;/Text&gt;&#13;&#10;    &lt;/Box&gt;&#13;&#10;    &lt;Box style={{ flexDirection: 'row', alignItems: 'center', gap: 10, background: '#143A61', borderRadius: 24, padding: '10px 22px', border: '1px solid #00D4FF' }}&gt;&#13;&#10;      &lt;FAIcon name=&quot;arrows-alt-v&quot; style={{ fill: '#00D4FF', width: 20, height: 20 }} /&gt;&#13;&#10;      &lt;Text style={{ fontSize: 15, color: '#00D4FF' }}&gt;本页手势 · 上滑 / 下滑 + 靠近&lt;/Text&gt;&#13;&#10;    &lt;/Box&gt;&#13;&#10;  &lt;/Box&gt;&#13;&#10;  &lt;Box style={{ height: 548, flexDirection: 'column', gap: 12 }}&gt;&#13;&#10;    &lt;Box style={{ height: 90, background: '#143A61', borderRadius: 12, padding: '16px 22px', flexDirection: 'column', gap: 8 }}&gt;&#13;&#10;      &lt;Text style={{ fontSize: 17, color: '#EAF3FF' }}&gt;&lt;span style={{ color: '#00D4FF', fontWeight: 'bold' }}&gt;上滑 = Tab&lt;/span&gt;（焦点移到下一个控件）· &lt;span style={{ color: '#00D4FF', fontWeight: 'bold' }}&gt;下滑 = Shift+Tab&lt;/span&gt;（移回上一个）· &lt;span style={{ color: '#00D4FF', fontWeight: 'bold' }}&gt;靠近 = Enter&lt;/span&gt;（确认跳转）&lt;/Text&gt;&#13;&#10;      &lt;Text style={{ fontSize: 15, color: '#9FBEDD' }}&gt;焦点所在的控件会出现一圈&lt;span style={{ color: '#EAF3FF' }}&gt;虚线选中框&lt;/span&gt;——这是 PowerPoint 的原生提示：框在哪个控件上，按 Enter 就跳哪个控件。&lt;/Text&gt;&#13;&#10;    &lt;/Box&gt;&#13;&#10;    &lt;Box style={{ height: 358, flexDirection: 'column', gap: 16 }}&gt;&#13;&#10;      &lt;Box style={{ flex: 1, flexDirection: 'row', gap: 16, alignItems: 'center' }}&gt;&#13;&#10;        &lt;Box href=&quot;ppaction://hlinksldjump?slide=6&quot; style={{ flex: 1, height: 171, background: '#16416C', borderRadius: 14, border: '2px solid #00D4FF', justifyContent: 'center', alignItems: 'center' }}&gt;&#13;&#10;          &lt;Text style={{ fontSize: 21, color: '#EAF3FF', fontWeight: 'bold' }}&gt;控件 1 &lt;span style={{ color: '#00D4FF', fontSize: 16 }}&gt;· Enter 跳「靠近演示」· 第 6 页&lt;/span&gt;&lt;/Text&gt;&#13;&#10;        &lt;/Box&gt;&#13;&#10;        &lt;Box href=&quot;ppaction://hlinksldjump?slide=4&quot; style={{ flex: 1, height: 171, background: '#16416C', borderRadius: 14, border: '2px solid #00D4FF', justifyContent: 'center', alignItems: 'center' }}&gt;&#13;&#10;          &lt;Text style={{ fontSize: 21, color: '#EAF3FF', fontWeight: 'bold' }}&gt;控件 2 &lt;span style={{ color: '#00D4FF', fontSize: 16 }}&gt;· Enter 跳「左滑演示」· 第 4 页&lt;/span&gt;&lt;/Text&gt;&#13;&#10;        &lt;/Box&gt;&#13;&#10;      &lt;/Box&gt;&#13;&#10;      &lt;Box style={{ flex: 1, flexDirection: 'row', gap: 16, alignItems: 'center' }}&gt;&#13;&#10;        &lt;Box href=&quot;ppaction://hlinksldjump?slide=3&quot; style={{ flex: 1, height: 171, background: '#16416C', borderRadius: 14, border: '2px solid #00D4FF', justifyContent: 'center', alignItems: 'center' }}&gt;&#13;&#10;          &lt;Text style={{ fontSize: 21, color: '#EAF3FF', fontWeight: 'bold' }}&gt;控件 3 &lt;span style={{ color: '#00D4FF', fontSize: 16 }}&gt;· Enter 跳「右滑演示」· 第 3 页&lt;/span&gt;&lt;/Text&gt;&#13;&#10;        &lt;/Box&gt;&#13;&#10;        &lt;Box href=&quot;ppaction://hlinksldjump?slide=1&quot; style={{ flex: 1, height: 171, background: '#16416C', borderRadius: 14, border: '2px solid #00D4FF', justifyContent: 'center', alignItems: 'center' }}&gt;&#13;&#10;          &lt;Text style={{ fontSize: 21, color: '#EAF3FF', fontWeight: 'bold' }}&gt;控件 4 &lt;span style={{ color: '#00D4FF', fontSize: 16 }}&gt;· Enter 跳「封面 · 重播」· 第 1 页&lt;/span&gt;&lt;/Text&gt;&#13;&#10;        &lt;/Box&gt;&#13;&#10;      &lt;/Box&gt;&#13;&#10;    &lt;/Box&gt;&#13;&#10;    &lt;Box style={{ height: 76, background: '#0F3357', borderRadius: 12, borderLeft: '4px solid #FFC53D', padding: '12px 22px', flexDirection: 'column', gap: 6 }}&gt;&#13;&#10;      &lt;Text style={{ fontSize: 16, color: '#FFC53D' }}&gt;练习：上滑 / 下滑 移动虚线框选中一张卡，再按 &lt;span style={{ fontWeight: 'bold' }}&gt;靠近（Enter）&lt;/span&gt;跳转。&lt;/Text&gt;&#13;&#10;      &lt;Text style={{ fontSize: 14, color: '#9FBEDD' }}&gt;四张卡里只有「控件 1」是往后走一页（第 6 页），另外三张都回到前面演过的页面 —— 随你怎么跳，中间都不会漏页。&lt;/Text&gt;&#13;&#10;    &lt;/Box&gt;&#13;&#10;  &lt;/Box&gt;&#13;&#10;  &lt;Box style={{ height: 40, flexDirection: 'row', justifyContent: 'space-between', alignItems: 'center' }}&gt;&#13;&#10;    &lt;Box style={{ flexDirection: 'row', alignItems: 'center', gap: 10 }}&gt;&#13;&#10;      &lt;Box style={{ width: 6, height: 6, borderRadius: 3, background: '#00D4FF' }} /&gt;&#13;&#10;      &lt;Text style={{ fontSize: 12, color: '#9FBEDD', fontFamily: 'Arial', letterSpacing: 2 }}&gt;05 / 09&lt;/Text&gt;&#13;&#10;    &lt;/Box&gt;&#13;&#10;    &lt;Box style={{ flexDirection: 'row', alignItems: 'center', gap: 10 }}&gt;&#13;&#10;      &lt;Box href=&quot;ppaction://hlinkshowjump?jump=previousslide&quot; style={{ flexDirection: 'row', alignItems: 'center', gap: 6, borderRadius: 16, border: '1px solid #143A61', padding: '7px 16px' }}&gt;&#13;&#10;        &lt;FAIcon name=&quot;chevron-left&quot; style={{ fill: '#9FBEDD', width: 12, height: 12 }} /&gt;&#13;&#10;        &lt;Text style={{ fontSize: 12, color: '#9FBEDD' }}&gt;上一页&lt;/Text&gt;&#13;&#10;      &lt;/Box&gt;&#13;&#10;      &lt;Box href=&quot;ppaction://hlinkshowjump?jump=nextslide&quot; style={{ flexDirection: 'row', alignItems: 'center', gap: 6, borderRadius: 16, border: '1px solid #00D4FF', padding: '7px 16px' }}&gt;&#13;&#10;        &lt;Text style={{ fontSize: 12, color: '#00D4FF' }}&gt;下一页&lt;/Text&gt;&#13;&#10;        &lt;FAIcon name=&quot;chevron-right&quot; style={{ fill: '#00D4FF', width: 12, height: 12 }} /&gt;&#13;&#10;      &lt;/Box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2A4A"/>
          </a:soli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571500" y="5334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00100" y="552450"/>
            <a:ext cx="45434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手势</a:t>
            </a:r>
            <a:r>
              <a:rPr lang="en-US" sz="2250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 03 / 04 · </a:t>
            </a: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上滑与下滑移动焦点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9029700" y="533400"/>
            <a:ext cx="2590800" cy="381000"/>
          </a:xfrm>
          <a:prstGeom prst="roundRect">
            <a:avLst>
              <a:gd name="adj" fmla="val 60000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pic>
        <p:nvPicPr>
          <p:cNvPr id="1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239250" y="628650"/>
            <a:ext cx="190500" cy="190500"/>
          </a:xfrm>
          <a:prstGeom prst="rect">
            <a:avLst/>
          </a:prstGeom>
          <a:ln/>
        </p:spPr>
      </p:pic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9525000" y="638175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本页手势</a:t>
            </a:r>
            <a:r>
              <a:rPr lang="en-US" sz="1125">
                <a:solidFill>
                  <a:srgbClr val="00D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上滑</a:t>
            </a:r>
            <a:r>
              <a:rPr lang="en-US" sz="1125">
                <a:solidFill>
                  <a:srgbClr val="00D4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下滑</a:t>
            </a:r>
            <a:r>
              <a:rPr lang="en-US" sz="1125">
                <a:solidFill>
                  <a:srgbClr val="00D4F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靠近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571500" y="1066800"/>
            <a:ext cx="11049000" cy="857250"/>
          </a:xfrm>
          <a:prstGeom prst="roundRect">
            <a:avLst>
              <a:gd name="adj" fmla="val 13333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81050" y="1219200"/>
            <a:ext cx="10629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0D4FF"/>
                </a:solidFill>
                <a:latin typeface="Microsoft YaHei"/>
                <a:ea typeface="Microsoft YaHei"/>
              </a:rPr>
              <a:t>上滑</a:t>
            </a:r>
            <a:r>
              <a:rPr lang="en-US" sz="1275" b="1">
                <a:solidFill>
                  <a:srgbClr val="00D4FF"/>
                </a:solidFill>
                <a:latin typeface="Microsoft YaHei"/>
                <a:ea typeface="Microsoft YaHei"/>
              </a:rPr>
              <a:t xml:space="preserve"> = Tab</a:t>
            </a:r>
            <a:r>
              <a:rPr lang="zh-CN" sz="1275">
                <a:solidFill>
                  <a:srgbClr val="EAF3FF"/>
                </a:solidFill>
                <a:latin typeface="Microsoft YaHei"/>
                <a:ea typeface="Microsoft YaHei"/>
              </a:rPr>
              <a:t>（焦点移到下一个控件）·</a:t>
            </a:r>
            <a:r>
              <a:rPr lang="en-US" sz="1275">
                <a:solidFill>
                  <a:srgbClr val="EAF3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 b="1">
                <a:solidFill>
                  <a:srgbClr val="00D4FF"/>
                </a:solidFill>
                <a:latin typeface="Microsoft YaHei"/>
                <a:ea typeface="Microsoft YaHei"/>
              </a:rPr>
              <a:t>下滑</a:t>
            </a:r>
            <a:r>
              <a:rPr lang="en-US" sz="1275" b="1">
                <a:solidFill>
                  <a:srgbClr val="00D4FF"/>
                </a:solidFill>
                <a:latin typeface="Microsoft YaHei"/>
                <a:ea typeface="Microsoft YaHei"/>
              </a:rPr>
              <a:t xml:space="preserve"> = Shift+Tab</a:t>
            </a:r>
            <a:r>
              <a:rPr lang="zh-CN" sz="1275">
                <a:solidFill>
                  <a:srgbClr val="EAF3FF"/>
                </a:solidFill>
                <a:latin typeface="Microsoft YaHei"/>
                <a:ea typeface="Microsoft YaHei"/>
              </a:rPr>
              <a:t>（移回上一个）·</a:t>
            </a:r>
            <a:r>
              <a:rPr lang="en-US" sz="1275">
                <a:solidFill>
                  <a:srgbClr val="EAF3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 b="1">
                <a:solidFill>
                  <a:srgbClr val="00D4FF"/>
                </a:solidFill>
                <a:latin typeface="Microsoft YaHei"/>
                <a:ea typeface="Microsoft YaHei"/>
              </a:rPr>
              <a:t>靠近</a:t>
            </a:r>
            <a:r>
              <a:rPr lang="en-US" sz="1275" b="1">
                <a:solidFill>
                  <a:srgbClr val="00D4FF"/>
                </a:solidFill>
                <a:latin typeface="Microsoft YaHei"/>
                <a:ea typeface="Microsoft YaHei"/>
              </a:rPr>
              <a:t xml:space="preserve"> = Enter</a:t>
            </a:r>
            <a:r>
              <a:rPr lang="zh-CN" sz="1275">
                <a:solidFill>
                  <a:srgbClr val="EAF3FF"/>
                </a:solidFill>
                <a:latin typeface="Microsoft YaHei"/>
                <a:ea typeface="Microsoft YaHei"/>
              </a:rPr>
              <a:t>（确认跳转）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781050" y="1495425"/>
            <a:ext cx="1062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焦点所在的控件会出现一圈</a:t>
            </a:r>
            <a:r>
              <a:rPr lang="zh-CN" sz="1125">
                <a:solidFill>
                  <a:srgbClr val="EAF3FF"/>
                </a:solidFill>
                <a:latin typeface="Microsoft YaHei"/>
                <a:ea typeface="Microsoft YaHei"/>
              </a:rPr>
              <a:t>虚线选中框</a:t>
            </a: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——这是</a:t>
            </a:r>
            <a:r>
              <a:rPr lang="en-US" sz="1125">
                <a:solidFill>
                  <a:srgbClr val="9FBEDD"/>
                </a:solidFill>
                <a:latin typeface="Microsoft YaHei"/>
                <a:ea typeface="Microsoft YaHei"/>
              </a:rPr>
              <a:t xml:space="preserve"> PowerPoint </a:t>
            </a: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的原生提示：框在哪个控件上，按</a:t>
            </a:r>
            <a:r>
              <a:rPr lang="en-US" sz="1125">
                <a:solidFill>
                  <a:srgbClr val="9FBEDD"/>
                </a:solidFill>
                <a:latin typeface="Microsoft YaHei"/>
                <a:ea typeface="Microsoft YaHei"/>
              </a:rPr>
              <a:t xml:space="preserve"> Enter </a:t>
            </a: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就跳哪个控件。</a:t>
            </a:r>
            <a:endParaRPr/>
          </a:p>
        </p:txBody>
      </p:sp>
      <p:sp>
        <p:nvSpPr>
          <p:cNvPr id="141" name="">
            <a:hlinkClick r:id="rId10" action="ppaction://hlinksldjump"/>
          </p:cNvPr>
          <p:cNvSpPr/>
          <p:nvPr/>
        </p:nvSpPr>
        <p:spPr>
          <a:xfrm rot="0" flipH="0" flipV="0">
            <a:off x="571500" y="2038350"/>
            <a:ext cx="5448300" cy="1628775"/>
          </a:xfrm>
          <a:prstGeom prst="roundRect">
            <a:avLst>
              <a:gd name="adj" fmla="val 8187"/>
            </a:avLst>
          </a:prstGeom>
          <a:solidFill>
            <a:srgbClr val="16416C"/>
          </a:solidFill>
          <a:ln w="254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857375" y="2733675"/>
            <a:ext cx="28765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AF3FF"/>
                </a:solidFill>
                <a:latin typeface="Microsoft YaHei"/>
                <a:ea typeface="Microsoft YaHei"/>
              </a:rPr>
              <a:t>控件</a:t>
            </a:r>
            <a:r>
              <a:rPr lang="en-US" sz="1575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 1 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 xml:space="preserve">· Enter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跳「靠近演示」·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第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144" name="">
            <a:hlinkClick r:id="rId11" action="ppaction://hlinksldjump"/>
          </p:cNvPr>
          <p:cNvSpPr/>
          <p:nvPr/>
        </p:nvSpPr>
        <p:spPr>
          <a:xfrm rot="0" flipH="0" flipV="0">
            <a:off x="6172200" y="2038350"/>
            <a:ext cx="5448300" cy="1628775"/>
          </a:xfrm>
          <a:prstGeom prst="roundRect">
            <a:avLst>
              <a:gd name="adj" fmla="val 8187"/>
            </a:avLst>
          </a:prstGeom>
          <a:solidFill>
            <a:srgbClr val="16416C"/>
          </a:solidFill>
          <a:ln w="254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458075" y="2733675"/>
            <a:ext cx="28765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AF3FF"/>
                </a:solidFill>
                <a:latin typeface="Microsoft YaHei"/>
                <a:ea typeface="Microsoft YaHei"/>
              </a:rPr>
              <a:t>控件</a:t>
            </a:r>
            <a:r>
              <a:rPr lang="en-US" sz="1575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 2 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 xml:space="preserve">· Enter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跳「左滑演示」·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第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147" name="">
            <a:hlinkClick r:id="rId12" action="ppaction://hlinksldjump"/>
          </p:cNvPr>
          <p:cNvSpPr/>
          <p:nvPr/>
        </p:nvSpPr>
        <p:spPr>
          <a:xfrm rot="0" flipH="0" flipV="0">
            <a:off x="571500" y="3819525"/>
            <a:ext cx="5448300" cy="1628775"/>
          </a:xfrm>
          <a:prstGeom prst="roundRect">
            <a:avLst>
              <a:gd name="adj" fmla="val 8187"/>
            </a:avLst>
          </a:prstGeom>
          <a:solidFill>
            <a:srgbClr val="16416C"/>
          </a:solidFill>
          <a:ln w="254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857375" y="4514850"/>
            <a:ext cx="28765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AF3FF"/>
                </a:solidFill>
                <a:latin typeface="Microsoft YaHei"/>
                <a:ea typeface="Microsoft YaHei"/>
              </a:rPr>
              <a:t>控件</a:t>
            </a:r>
            <a:r>
              <a:rPr lang="en-US" sz="1575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 3 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 xml:space="preserve">· Enter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跳「右滑演示」·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第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150" name="">
            <a:hlinkClick r:id="rId13" action="ppaction://hlinksldjump"/>
          </p:cNvPr>
          <p:cNvSpPr/>
          <p:nvPr/>
        </p:nvSpPr>
        <p:spPr>
          <a:xfrm rot="0" flipH="0" flipV="0">
            <a:off x="6172200" y="3819525"/>
            <a:ext cx="5448300" cy="1628775"/>
          </a:xfrm>
          <a:prstGeom prst="roundRect">
            <a:avLst>
              <a:gd name="adj" fmla="val 8187"/>
            </a:avLst>
          </a:prstGeom>
          <a:solidFill>
            <a:srgbClr val="16416C"/>
          </a:solidFill>
          <a:ln w="254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381875" y="4514850"/>
            <a:ext cx="3028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AF3FF"/>
                </a:solidFill>
                <a:latin typeface="Microsoft YaHei"/>
                <a:ea typeface="Microsoft YaHei"/>
              </a:rPr>
              <a:t>控件</a:t>
            </a:r>
            <a:r>
              <a:rPr lang="en-US" sz="1575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 4 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 xml:space="preserve">· Enter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跳「封面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重播」·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第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09600" y="5562600"/>
            <a:ext cx="11049000" cy="723900"/>
          </a:xfrm>
          <a:prstGeom prst="roundRect">
            <a:avLst>
              <a:gd name="adj" fmla="val 15789"/>
            </a:avLst>
          </a:prstGeom>
          <a:solidFill>
            <a:srgbClr val="0F3357"/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609600" y="5562600"/>
            <a:ext cx="11049000" cy="723900"/>
          </a:xfrm>
          <a:custGeom>
            <a:pathLst>
              <a:path w="1160" h="7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68"/>
                </a:lnTo>
                <a:cubicBezTo>
                  <a:pt x="4" y="72"/>
                  <a:pt x="7" y="75"/>
                  <a:pt x="10" y="76"/>
                </a:cubicBezTo>
                <a:cubicBezTo>
                  <a:pt x="4" y="75"/>
                  <a:pt x="0" y="70"/>
                  <a:pt x="0" y="6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FC53D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19150" y="5676900"/>
            <a:ext cx="10591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C53D"/>
                </a:solidFill>
                <a:latin typeface="Microsoft YaHei"/>
                <a:ea typeface="Microsoft YaHei"/>
              </a:rPr>
              <a:t>练习：上滑</a:t>
            </a:r>
            <a:r>
              <a:rPr lang="en-US" sz="1200">
                <a:solidFill>
                  <a:srgbClr val="FFC53D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FFC53D"/>
                </a:solidFill>
                <a:latin typeface="Microsoft YaHei"/>
                <a:ea typeface="Microsoft YaHei"/>
              </a:rPr>
              <a:t>下滑</a:t>
            </a:r>
            <a:r>
              <a:rPr lang="en-US" sz="1200">
                <a:solidFill>
                  <a:srgbClr val="FFC53D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FFC53D"/>
                </a:solidFill>
                <a:latin typeface="Microsoft YaHei"/>
                <a:ea typeface="Microsoft YaHei"/>
              </a:rPr>
              <a:t>移动虚线框选中一张卡，再按</a:t>
            </a:r>
            <a:r>
              <a:rPr lang="en-US" sz="1200">
                <a:solidFill>
                  <a:srgbClr val="FFC53D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 b="1">
                <a:solidFill>
                  <a:srgbClr val="FFC53D"/>
                </a:solidFill>
                <a:latin typeface="Microsoft YaHei"/>
                <a:ea typeface="Microsoft YaHei"/>
              </a:rPr>
              <a:t>靠近（</a:t>
            </a:r>
            <a:r>
              <a:rPr lang="en-US" sz="1200" b="1">
                <a:solidFill>
                  <a:srgbClr val="FFC53D"/>
                </a:solidFill>
                <a:latin typeface="Microsoft YaHei"/>
                <a:ea typeface="Microsoft YaHei"/>
              </a:rPr>
              <a:t>Enter</a:t>
            </a:r>
            <a:r>
              <a:rPr lang="zh-CN" sz="1200" b="1">
                <a:solidFill>
                  <a:srgbClr val="FFC53D"/>
                </a:solidFill>
                <a:latin typeface="Microsoft YaHei"/>
                <a:ea typeface="Microsoft YaHei"/>
              </a:rPr>
              <a:t>）</a:t>
            </a:r>
            <a:r>
              <a:rPr lang="zh-CN" sz="1200">
                <a:solidFill>
                  <a:srgbClr val="FFC53D"/>
                </a:solidFill>
                <a:latin typeface="Microsoft YaHei"/>
                <a:ea typeface="Microsoft YaHei"/>
              </a:rPr>
              <a:t>跳转。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0591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四张卡里只有「控件</a:t>
            </a:r>
            <a:r>
              <a:rPr lang="en-US" sz="1050">
                <a:solidFill>
                  <a:srgbClr val="9FBEDD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」是往后走一页（第</a:t>
            </a:r>
            <a:r>
              <a:rPr lang="en-US" sz="1050">
                <a:solidFill>
                  <a:srgbClr val="9FBEDD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页），另外三张都回到前面演过的页面</a:t>
            </a:r>
            <a:r>
              <a:rPr lang="en-US" sz="1050">
                <a:solidFill>
                  <a:srgbClr val="9FBEDD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随你怎么跳，中间都不会漏页。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571500" y="6457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23900" y="6410325"/>
            <a:ext cx="485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9FBEDD"/>
                </a:solidFill>
                <a:latin typeface="Arial"/>
                <a:ea typeface="Arial"/>
              </a:rPr>
              <a:t>05 / 09</a:t>
            </a:r>
            <a:endParaRPr/>
          </a:p>
        </p:txBody>
      </p:sp>
      <p:sp>
        <p:nvSpPr>
          <p:cNvPr id="159" name="">
            <a:hlinkClick r:id="" action="ppaction://hlinkshowjump?jump=previousslide"/>
          </p:cNvPr>
          <p:cNvSpPr/>
          <p:nvPr/>
        </p:nvSpPr>
        <p:spPr>
          <a:xfrm rot="0" flipH="0" flipV="0">
            <a:off x="98869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143A61"/>
            </a:solidFill>
            <a:prstDash val="solid"/>
          </a:ln>
        </p:spPr>
        <p:txBody>
          <a:bodyPr/>
          <a:p/>
        </p:txBody>
      </p:sp>
      <p:pic>
        <p:nvPicPr>
          <p:cNvPr id="1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10039350" y="6429375"/>
            <a:ext cx="114300" cy="114300"/>
          </a:xfrm>
          <a:prstGeom prst="rect">
            <a:avLst/>
          </a:prstGeom>
          <a:ln/>
        </p:spPr>
      </p:pic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0210800" y="6410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FBEDD"/>
                </a:solidFill>
                <a:latin typeface="Microsoft YaHei"/>
                <a:ea typeface="Microsoft YaHei"/>
              </a:rPr>
              <a:t>上一页</a:t>
            </a:r>
            <a:endParaRPr/>
          </a:p>
        </p:txBody>
      </p:sp>
      <p:sp>
        <p:nvSpPr>
          <p:cNvPr id="163" name="">
            <a:hlinkClick r:id="" action="ppaction://hlinkshowjump?jump=nextslide"/>
          </p:cNvPr>
          <p:cNvSpPr/>
          <p:nvPr/>
        </p:nvSpPr>
        <p:spPr>
          <a:xfrm rot="0" flipH="0" flipV="0">
            <a:off x="108013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0953750" y="6410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0D4FF"/>
                </a:solidFill>
                <a:latin typeface="Microsoft YaHei"/>
                <a:ea typeface="Microsoft YaHei"/>
              </a:rPr>
              <a:t>下一页</a:t>
            </a:r>
            <a:endParaRPr/>
          </a:p>
        </p:txBody>
      </p:sp>
      <p:pic>
        <p:nvPicPr>
          <p:cNvPr id="1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 rot="0" flipH="0" flipV="0">
            <a:off x="11353800" y="6429375"/>
            <a:ext cx="114300" cy="114300"/>
          </a:xfrm>
          <a:prstGeom prst="rect">
            <a:avLst/>
          </a:prstGeom>
          <a:ln/>
        </p:spPr>
      </p:pic>
    </p:spTree>
  </p:cSld>
  <p:transition>
    <p:sndAc>
      <p:endSnd/>
    </p:sndAc>
  </p:transition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66" name="" descr="&lt;Slide style={{ background: '#0C2A4A', padding: '48px 60px 20px 60px' }}&gt;&#13;&#10;  &lt;Box style={{ height: 80, flexDirection: 'row', justifyContent: 'space-between', alignItems: 'center' }}&gt;&#13;&#10;    &lt;Box style={{ flexDirection: 'row', alignItems: 'center', gap: 16 }}&gt;&#13;&#10;      &lt;Box style={{ width: 8, height: 40, background: '#00D4FF', borderRadius: 4 }} /&gt;&#13;&#10;      &lt;Text style={{ fontSize: 30, color: '#EAF3FF', fontWeight: 'bold' }}&gt;手势 05 · 靠近打开链接&lt;/Text&gt;&#13;&#10;    &lt;/Box&gt;&#13;&#10;    &lt;Box style={{ flexDirection: 'row', alignItems: 'center', gap: 10, background: '#143A61', borderRadius: 24, padding: '10px 22px', border: '1px solid #00D4FF' }}&gt;&#13;&#10;      &lt;FAIcon name=&quot;compress&quot; style={{ fill: '#00D4FF', width: 20, height: 20 }} /&gt;&#13;&#10;      &lt;Text style={{ fontSize: 15, color: '#00D4FF' }}&gt;本页手势 · 靠近&lt;/Text&gt;&#13;&#10;    &lt;/Box&gt;&#13;&#10;  &lt;/Box&gt;&#13;&#10;  &lt;Box style={{ height: 532, flexDirection: 'column', justifyContent: 'center', alignItems: 'center', gap: 32 }}&gt;&#13;&#10;    &lt;Box href=&quot;ppaction://hlinkshowjump?jump=nextslide&quot; style={{ width: 700, height: 190, background: '#143A61', borderRadius: 16, border: '2px solid #00D4FF', flexDirection: 'row', alignItems: 'center', justifyContent: 'center', gap: 24 }}&gt;&#13;&#10;      &lt;Box style={{ width: 84, height: 84, borderRadius: 42, background: '#00D4FF', justifyContent: 'center', alignItems: 'center' }}&gt;&#13;&#10;        &lt;FAIcon name=&quot;play&quot; style={{ fill: '#0C2A4A', width: 40, height: 40 }} /&gt;&#13;&#10;      &lt;/Box&gt;&#13;&#10;      &lt;Box style={{ flexDirection: 'column', gap: 8 }}&gt;&#13;&#10;        &lt;Text style={{ fontSize: 30, color: '#EAF3FF', fontWeight: 'bold' }}&gt;跳到下一页 · 播放音乐&lt;/Text&gt;&#13;&#10;        &lt;Text style={{ fontSize: 16, color: '#9FBEDD' }}&gt;音乐已内置在下一页，进入即自动播放，不跳出放映&lt;/Text&gt;&#13;&#10;      &lt;/Box&gt;&#13;&#10;    &lt;/Box&gt;&#13;&#10;    &lt;Box style={{ flexDirection: 'row', gap: 16, alignItems: 'center' }}&gt;&#13;&#10;      &lt;Box style={{ background: '#143A61', borderRadius: 10, padding: '12px 22px', flexDirection: 'row', alignItems: 'center', gap: 10 }}&gt;&#13;&#10;        &lt;Text style={{ fontSize: 15, color: '#00D4FF', fontWeight: 'bold', fontFamily: 'Arial' }}&gt;①&lt;/Text&gt;&#13;&#10;        &lt;Text style={{ fontSize: 15, color: '#EAF3FF' }}&gt;上滑 / 下滑 把焦点移到大按钮&lt;/Text&gt;&#13;&#10;      &lt;/Box&gt;&#13;&#10;      &lt;FAIcon name=&quot;arrow-right&quot; style={{ fill: '#9FBEDD', width: 18, height: 18 }} /&gt;&#13;&#10;      &lt;Box style={{ background: '#143A61', borderRadius: 10, padding: '12px 22px', flexDirection: 'row', alignItems: 'center', gap: 10 }}&gt;&#13;&#10;        &lt;Text style={{ fontSize: 15, color: '#00D4FF', fontWeight: 'bold', fontFamily: 'Arial' }}&gt;②&lt;/Text&gt;&#13;&#10;        &lt;Text style={{ fontSize: 15, color: '#EAF3FF' }}&gt;做一个【靠近】手势 = Enter&lt;/Text&gt;&#13;&#10;      &lt;/Box&gt;&#13;&#10;      &lt;FAIcon name=&quot;arrow-right&quot; style={{ fill: '#9FBEDD', width: 18, height: 18 }} /&gt;&#13;&#10;      &lt;Box style={{ background: '#143A61', borderRadius: 10, padding: '12px 22px', flexDirection: 'row', alignItems: 'center', gap: 10 }}&gt;&#13;&#10;        &lt;Text style={{ fontSize: 15, color: '#00D4FF', fontWeight: 'bold', fontFamily: 'Arial' }}&gt;③&lt;/Text&gt;&#13;&#10;        &lt;Text style={{ fontSize: 15, color: '#EAF3FF' }}&gt;翻到下一页，音乐响起&lt;/Text&gt;&#13;&#10;      &lt;/Box&gt;&#13;&#10;    &lt;/Box&gt;&#13;&#10;    &lt;Text style={{ fontSize: 15, color: '#9FBEDD' }}&gt;HID：Enter (0x28) —— 打开选中的链接 / 确认。链接指向的是下一页，全程留在演示里。&lt;/Text&gt;&#13;&#10;  &lt;/Box&gt;&#13;&#10;  &lt;Box style={{ height: 40, flexDirection: 'row', justifyContent: 'space-between', alignItems: 'center' }}&gt;&#13;&#10;    &lt;Box style={{ flexDirection: 'row', alignItems: 'center', gap: 10 }}&gt;&#13;&#10;      &lt;Box style={{ width: 6, height: 6, borderRadius: 3, background: '#00D4FF' }} /&gt;&#13;&#10;      &lt;Text style={{ fontSize: 12, color: '#9FBEDD', fontFamily: 'Arial', letterSpacing: 2 }}&gt;06 / 09&lt;/Text&gt;&#13;&#10;    &lt;/Box&gt;&#13;&#10;    &lt;Box style={{ flexDirection: 'row', alignItems: 'center', gap: 10 }}&gt;&#13;&#10;      &lt;Box href=&quot;ppaction://hlinkshowjump?jump=previousslide&quot; style={{ flexDirection: 'row', alignItems: 'center', gap: 6, borderRadius: 16, border: '1px solid #143A61', padding: '7px 16px' }}&gt;&#13;&#10;        &lt;FAIcon name=&quot;chevron-left&quot; style={{ fill: '#9FBEDD', width: 12, height: 12 }} /&gt;&#13;&#10;        &lt;Text style={{ fontSize: 12, color: '#9FBEDD' }}&gt;上一页&lt;/Text&gt;&#13;&#10;      &lt;/Box&gt;&#13;&#10;      &lt;Box href=&quot;ppaction://hlinkshowjump?jump=nextslide&quot; style={{ flexDirection: 'row', alignItems: 'center', gap: 6, borderRadius: 16, border: '1px solid #00D4FF', padding: '7px 16px' }}&gt;&#13;&#10;        &lt;Text style={{ fontSize: 12, color: '#00D4FF' }}&gt;下一页&lt;/Text&gt;&#13;&#10;        &lt;FAIcon name=&quot;chevron-right&quot; style={{ fill: '#00D4FF', width: 12, height: 12 }} /&gt;&#13;&#10;      &lt;/Box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2A4A"/>
          </a:soli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571500" y="6477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00100" y="666750"/>
            <a:ext cx="30194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手势</a:t>
            </a:r>
            <a:r>
              <a:rPr lang="en-US" sz="2250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 05 · </a:t>
            </a: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靠近打开链接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9934575" y="647700"/>
            <a:ext cx="1685925" cy="381000"/>
          </a:xfrm>
          <a:prstGeom prst="roundRect">
            <a:avLst>
              <a:gd name="adj" fmla="val 60000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pic>
        <p:nvPicPr>
          <p:cNvPr id="1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144125" y="742950"/>
            <a:ext cx="190500" cy="190500"/>
          </a:xfrm>
          <a:prstGeom prst="rect">
            <a:avLst/>
          </a:prstGeom>
          <a:ln/>
        </p:spPr>
      </p:pic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0429875" y="752475"/>
            <a:ext cx="981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本页手势</a:t>
            </a:r>
            <a:r>
              <a:rPr lang="en-US" sz="1125">
                <a:solidFill>
                  <a:srgbClr val="00D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靠近</a:t>
            </a:r>
            <a:endParaRPr/>
          </a:p>
        </p:txBody>
      </p:sp>
      <p:sp>
        <p:nvSpPr>
          <p:cNvPr id="174" name="">
            <a:hlinkClick r:id="" action="ppaction://hlinkshowjump?jump=nextslide"/>
          </p:cNvPr>
          <p:cNvSpPr/>
          <p:nvPr/>
        </p:nvSpPr>
        <p:spPr>
          <a:xfrm rot="0" flipH="0" flipV="0">
            <a:off x="2762250" y="2257425"/>
            <a:ext cx="6667500" cy="1809750"/>
          </a:xfrm>
          <a:prstGeom prst="roundRect">
            <a:avLst>
              <a:gd name="adj" fmla="val 8421"/>
            </a:avLst>
          </a:prstGeom>
          <a:solidFill>
            <a:srgbClr val="143A61"/>
          </a:solidFill>
          <a:ln w="254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3829050" y="27622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p/>
        </p:txBody>
      </p:sp>
      <p:pic>
        <p:nvPicPr>
          <p:cNvPr id="1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038600" y="2971800"/>
            <a:ext cx="381000" cy="381000"/>
          </a:xfrm>
          <a:prstGeom prst="rect">
            <a:avLst/>
          </a:prstGeom>
          <a:ln/>
        </p:spPr>
      </p:pic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4857750" y="2857500"/>
            <a:ext cx="35052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跳到下一页</a:t>
            </a:r>
            <a:r>
              <a:rPr lang="en-US" sz="2250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播放音乐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4857750" y="3276600"/>
            <a:ext cx="350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FBEDD"/>
                </a:solidFill>
                <a:latin typeface="Microsoft YaHei"/>
                <a:ea typeface="Microsoft YaHei"/>
              </a:rPr>
              <a:t>音乐已内置在下一页，进入即自动播放，不跳出放映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1962150" y="4371975"/>
            <a:ext cx="2619375" cy="400050"/>
          </a:xfrm>
          <a:prstGeom prst="roundRect">
            <a:avLst>
              <a:gd name="adj" fmla="val 23810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2171700" y="4486275"/>
            <a:ext cx="200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00D4FF"/>
                </a:solidFill>
                <a:latin typeface="Arial"/>
                <a:ea typeface="Arial"/>
              </a:rPr>
              <a:t>①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2466975" y="4486275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AF3FF"/>
                </a:solidFill>
                <a:latin typeface="Microsoft YaHei"/>
                <a:ea typeface="Microsoft YaHei"/>
              </a:rPr>
              <a:t>上滑</a:t>
            </a:r>
            <a:r>
              <a:rPr lang="en-US" sz="1125">
                <a:solidFill>
                  <a:srgbClr val="EAF3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EAF3FF"/>
                </a:solidFill>
                <a:latin typeface="Microsoft YaHei"/>
                <a:ea typeface="Microsoft YaHei"/>
              </a:rPr>
              <a:t>下滑</a:t>
            </a:r>
            <a:r>
              <a:rPr lang="en-US" sz="1125">
                <a:solidFill>
                  <a:srgbClr val="EAF3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EAF3FF"/>
                </a:solidFill>
                <a:latin typeface="Microsoft YaHei"/>
                <a:ea typeface="Microsoft YaHei"/>
              </a:rPr>
              <a:t>把焦点移到大按钮</a:t>
            </a:r>
            <a:endParaRPr/>
          </a:p>
        </p:txBody>
      </p:sp>
      <p:pic>
        <p:nvPicPr>
          <p:cNvPr id="1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733925" y="4486275"/>
            <a:ext cx="171450" cy="171450"/>
          </a:xfrm>
          <a:prstGeom prst="rect">
            <a:avLst/>
          </a:prstGeom>
          <a:ln/>
        </p:spPr>
      </p:pic>
      <p:sp>
        <p:nvSpPr>
          <p:cNvPr id="183" name=""/>
          <p:cNvSpPr/>
          <p:nvPr/>
        </p:nvSpPr>
        <p:spPr>
          <a:xfrm rot="0" flipH="0" flipV="0">
            <a:off x="5057775" y="4371975"/>
            <a:ext cx="2552700" cy="400050"/>
          </a:xfrm>
          <a:prstGeom prst="roundRect">
            <a:avLst>
              <a:gd name="adj" fmla="val 23810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5267325" y="4486275"/>
            <a:ext cx="200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00D4FF"/>
                </a:solidFill>
                <a:latin typeface="Arial"/>
                <a:ea typeface="Arial"/>
              </a:rPr>
              <a:t>②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5562600" y="4486275"/>
            <a:ext cx="1838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AF3FF"/>
                </a:solidFill>
                <a:latin typeface="Microsoft YaHei"/>
                <a:ea typeface="Microsoft YaHei"/>
              </a:rPr>
              <a:t>做一个【靠近】手势</a:t>
            </a:r>
            <a:r>
              <a:rPr lang="en-US" sz="1125">
                <a:solidFill>
                  <a:srgbClr val="EAF3FF"/>
                </a:solidFill>
                <a:latin typeface="Microsoft YaHei"/>
                <a:ea typeface="Microsoft YaHei"/>
              </a:rPr>
              <a:t xml:space="preserve"> = Enter</a:t>
            </a:r>
            <a:endParaRPr/>
          </a:p>
        </p:txBody>
      </p:sp>
      <p:pic>
        <p:nvPicPr>
          <p:cNvPr id="1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762875" y="4486275"/>
            <a:ext cx="171450" cy="171450"/>
          </a:xfrm>
          <a:prstGeom prst="rect">
            <a:avLst/>
          </a:prstGeom>
          <a:ln/>
        </p:spPr>
      </p:pic>
      <p:sp>
        <p:nvSpPr>
          <p:cNvPr id="187" name=""/>
          <p:cNvSpPr/>
          <p:nvPr/>
        </p:nvSpPr>
        <p:spPr>
          <a:xfrm rot="0" flipH="0" flipV="0">
            <a:off x="8086725" y="4371975"/>
            <a:ext cx="2143125" cy="400050"/>
          </a:xfrm>
          <a:prstGeom prst="roundRect">
            <a:avLst>
              <a:gd name="adj" fmla="val 23810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296275" y="4486275"/>
            <a:ext cx="200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00D4FF"/>
                </a:solidFill>
                <a:latin typeface="Arial"/>
                <a:ea typeface="Arial"/>
              </a:rPr>
              <a:t>③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591550" y="448627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AF3FF"/>
                </a:solidFill>
                <a:latin typeface="Microsoft YaHei"/>
                <a:ea typeface="Microsoft YaHei"/>
              </a:rPr>
              <a:t>翻到下一页，音乐响起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3219450" y="5076825"/>
            <a:ext cx="5762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FBEDD"/>
                </a:solidFill>
                <a:latin typeface="Microsoft YaHei"/>
                <a:ea typeface="Microsoft YaHei"/>
              </a:rPr>
              <a:t>HID</a:t>
            </a: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：</a:t>
            </a:r>
            <a:r>
              <a:rPr lang="en-US" sz="1125">
                <a:solidFill>
                  <a:srgbClr val="9FBEDD"/>
                </a:solidFill>
                <a:latin typeface="Microsoft YaHei"/>
                <a:ea typeface="Microsoft YaHei"/>
              </a:rPr>
              <a:t xml:space="preserve">Enter (0x28) —— </a:t>
            </a: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打开选中的链接</a:t>
            </a:r>
            <a:r>
              <a:rPr lang="en-US" sz="1125">
                <a:solidFill>
                  <a:srgbClr val="9FBEDD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确认。链接指向的是下一页，全程留在演示里。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571500" y="6457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23900" y="6410325"/>
            <a:ext cx="485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9FBEDD"/>
                </a:solidFill>
                <a:latin typeface="Arial"/>
                <a:ea typeface="Arial"/>
              </a:rPr>
              <a:t>06 / 09</a:t>
            </a:r>
            <a:endParaRPr/>
          </a:p>
        </p:txBody>
      </p:sp>
      <p:sp>
        <p:nvSpPr>
          <p:cNvPr id="194" name="">
            <a:hlinkClick r:id="" action="ppaction://hlinkshowjump?jump=previousslide"/>
          </p:cNvPr>
          <p:cNvSpPr/>
          <p:nvPr/>
        </p:nvSpPr>
        <p:spPr>
          <a:xfrm rot="0" flipH="0" flipV="0">
            <a:off x="98869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143A61"/>
            </a:solidFill>
            <a:prstDash val="solid"/>
          </a:ln>
        </p:spPr>
        <p:txBody>
          <a:bodyPr/>
          <a:p/>
        </p:txBody>
      </p:sp>
      <p:pic>
        <p:nvPicPr>
          <p:cNvPr id="1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10039350" y="6429375"/>
            <a:ext cx="114300" cy="114300"/>
          </a:xfrm>
          <a:prstGeom prst="rect">
            <a:avLst/>
          </a:prstGeom>
          <a:ln/>
        </p:spPr>
      </p:pic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0210800" y="6410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FBEDD"/>
                </a:solidFill>
                <a:latin typeface="Microsoft YaHei"/>
                <a:ea typeface="Microsoft YaHei"/>
              </a:rPr>
              <a:t>上一页</a:t>
            </a:r>
            <a:endParaRPr/>
          </a:p>
        </p:txBody>
      </p:sp>
      <p:sp>
        <p:nvSpPr>
          <p:cNvPr id="198" name="">
            <a:hlinkClick r:id="" action="ppaction://hlinkshowjump?jump=nextslide"/>
          </p:cNvPr>
          <p:cNvSpPr/>
          <p:nvPr/>
        </p:nvSpPr>
        <p:spPr>
          <a:xfrm rot="0" flipH="0" flipV="0">
            <a:off x="108013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0953750" y="6410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0D4FF"/>
                </a:solidFill>
                <a:latin typeface="Microsoft YaHei"/>
                <a:ea typeface="Microsoft YaHei"/>
              </a:rPr>
              <a:t>下一页</a:t>
            </a:r>
            <a:endParaRPr/>
          </a:p>
        </p:txBody>
      </p:sp>
      <p:pic>
        <p:nvPicPr>
          <p:cNvPr id="2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11353800" y="6429375"/>
            <a:ext cx="114300" cy="114300"/>
          </a:xfrm>
          <a:prstGeom prst="rect">
            <a:avLst/>
          </a:prstGeom>
          <a:ln/>
        </p:spPr>
      </p:pic>
    </p:spTree>
  </p:cSld>
  <p:transition>
    <p:sndAc>
      <p:endSnd/>
    </p:sndAc>
  </p:transition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01" name="" descr="&lt;Slide style={{ background: '#0C2A4A', padding: '48px 60px 20px 60px' }}&gt;&#13;&#10;  &lt;Box style={{ height: 80, flexDirection: 'row', justifyContent: 'space-between', alignItems: 'center' }}&gt;&#13;&#10;    &lt;Box style={{ flexDirection: 'row', alignItems: 'center', gap: 16 }}&gt;&#13;&#10;      &lt;Box style={{ width: 8, height: 40, background: '#00D4FF', borderRadius: 4 }} /&gt;&#13;&#10;      &lt;Text style={{ fontSize: 30, color: '#EAF3FF', fontWeight: 'bold' }}&gt;手势 06 / 07 · 顺时针与逆时针调音量&lt;/Text&gt;&#13;&#10;    &lt;/Box&gt;&#13;&#10;    &lt;Box style={{ flexDirection: 'row', alignItems: 'center', gap: 10, background: '#143A61', borderRadius: 24, padding: '10px 22px', border: '1px solid #00D4FF' }}&gt;&#13;&#10;      &lt;FAIcon name=&quot;redo&quot; style={{ fill: '#00D4FF', width: 20, height: 20 }} /&gt;&#13;&#10;      &lt;Text style={{ fontSize: 15, color: '#00D4FF' }}&gt;本页手势 · 顺 / 逆时针&lt;/Text&gt;&#13;&#10;    &lt;/Box&gt;&#13;&#10;  &lt;/Box&gt;&#13;&#10;  &lt;Box style={{ height: 532, flexDirection: 'column', gap: 20 }}&gt;&#13;&#10;    &lt;Box style={{ height: 300, flexDirection: 'row', gap: 20 }}&gt;&#13;&#10;      &lt;Box style={{ flex: 1, background: '#143A61', borderRadius: 14, padding: '26px 30px', flexDirection: 'column', gap: 14, justifyContent: 'center' }}&gt;&#13;&#10;        &lt;Box style={{ flexDirection: 'row', alignItems: 'center', gap: 16 }}&gt;&#13;&#10;          &lt;FAIcon name=&quot;redo&quot; style={{ fill: '#00D4FF', width: 52, height: 52 }} /&gt;&#13;&#10;          &lt;Text style={{ fontSize: 26, color: '#EAF3FF', fontWeight: 'bold' }}&gt;顺时针 ×3&lt;/Text&gt;&#13;&#10;        &lt;/Box&gt;&#13;&#10;        &lt;Text style={{ fontSize: 16, color: '#9FBEDD' }}&gt;HID &lt;span style={{ fontSize: 17, color: '#EAF3FF', fontFamily: 'Arial' }}&gt;Consumer VOL+ (0xE9) ×3&lt;/span&gt;&lt;/Text&gt;&#13;&#10;        &lt;Text style={{ fontSize: 26, color: '#00D4FF', fontWeight: 'bold' }}&gt;音量 +&lt;/Text&gt;&#13;&#10;      &lt;/Box&gt;&#13;&#10;      &lt;Box style={{ flex: 1, background: '#143A61', borderRadius: 14, padding: '26px 30px', flexDirection: 'column', gap: 14, justifyContent: 'center' }}&gt;&#13;&#10;        &lt;Box style={{ flexDirection: 'row', alignItems: 'center', gap: 16 }}&gt;&#13;&#10;          &lt;FAIcon name=&quot;undo&quot; style={{ fill: '#00D4FF', width: 52, height: 52 }} /&gt;&#13;&#10;          &lt;Text style={{ fontSize: 26, color: '#EAF3FF', fontWeight: 'bold' }}&gt;逆时针 ×3&lt;/Text&gt;&#13;&#10;        &lt;/Box&gt;&#13;&#10;        &lt;Text style={{ fontSize: 16, color: '#9FBEDD' }}&gt;HID &lt;span style={{ fontSize: 17, color: '#EAF3FF', fontFamily: 'Arial' }}&gt;Consumer VOL- (0xEA) ×3&lt;/span&gt;&lt;/Text&gt;&#13;&#10;        &lt;Text style={{ fontSize: 26, color: '#00D4FF', fontWeight: 'bold' }}&gt;音量 −&lt;/Text&gt;&#13;&#10;      &lt;/Box&gt;&#13;&#10;    &lt;/Box&gt;&#13;&#10;    &lt;Box style={{ height: 212, background: '#143A61', borderRadius: 12, padding: '22px 26px', flexDirection: 'row', gap: 20, border: '1px solid #00D4FF' }}&gt;&#13;&#10;      &lt;Box style={{ flex: 1, flexDirection: 'column', gap: 10 }}&gt;&#13;&#10;        &lt;Text style={{ fontSize: 16, color: '#00D4FF', fontWeight: 'bold' }}&gt;现场体验 · 本页音乐已自动播放&lt;/Text&gt;&#13;&#10;        &lt;Text style={{ fontSize: 19, color: '#EAF3FF', lineHeight: 1.7 }}&gt;现在交替做【顺时针】和【逆时针】手势，&lt;br /&gt;音乐大小变化立刻听得见——&lt;br /&gt;音频文件已内嵌在演示文稿里，不联网、不跳转。&lt;/Text&gt;&#13;&#10;      &lt;/Box&gt;&#13;&#10;      &lt;Box style={{ width: 120, height: '100%', justifyContent: 'flex-end', alignItems: 'flex-end' }}&gt;&#13;&#10;        &lt;Box style={{ width: 72, height: 72, borderRadius: 36, border: '1px solid #00D4FF', justifyContent: 'center', alignItems: 'center' }}&gt;&#13;&#10;          &lt;FAIcon name=&quot;music&quot; style={{ fill: '#00D4FF', width: 32, height: 32 }} /&gt;&#13;&#10;        &lt;/Box&gt;&#13;&#10;      &lt;/Box&gt;&#13;&#10;    &lt;/Box&gt;&#13;&#10;  &lt;/Box&gt;&#13;&#10;  &lt;Box style={{ height: 40, flexDirection: 'row', justifyContent: 'space-between', alignItems: 'center' }}&gt;&#13;&#10;    &lt;Box style={{ flexDirection: 'row', alignItems: 'center', gap: 10 }}&gt;&#13;&#10;      &lt;Box style={{ width: 6, height: 6, borderRadius: 3, background: '#00D4FF' }} /&gt;&#13;&#10;      &lt;Text style={{ fontSize: 12, color: '#9FBEDD', fontFamily: 'Arial', letterSpacing: 2 }}&gt;07 / 09&lt;/Text&gt;&#13;&#10;    &lt;/Box&gt;&#13;&#10;    &lt;Box style={{ flexDirection: 'row', alignItems: 'center', gap: 10 }}&gt;&#13;&#10;      &lt;Box href=&quot;ppaction://hlinkshowjump?jump=previousslide&quot; style={{ flexDirection: 'row', alignItems: 'center', gap: 6, borderRadius: 16, border: '1px solid #143A61', padding: '7px 16px' }}&gt;&#13;&#10;        &lt;FAIcon name=&quot;chevron-left&quot; style={{ fill: '#9FBEDD', width: 12, height: 12 }} /&gt;&#13;&#10;        &lt;Text style={{ fontSize: 12, color: '#9FBEDD' }}&gt;上一页&lt;/Text&gt;&#13;&#10;      &lt;/Box&gt;&#13;&#10;      &lt;Box href=&quot;ppaction://hlinkshowjump?jump=nextslide&quot; style={{ flexDirection: 'row', alignItems: 'center', gap: 6, borderRadius: 16, border: '1px solid #00D4FF', padding: '7px 16px' }}&gt;&#13;&#10;        &lt;Text style={{ fontSize: 12, color: '#00D4FF' }}&gt;下一页&lt;/Text&gt;&#13;&#10;        &lt;FAIcon name=&quot;chevron-right&quot; style={{ fill: '#00D4FF', width: 12, height: 12 }} /&gt;&#13;&#10;      &lt;/Box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2A4A"/>
          </a:solidFill>
          <a:ln/>
        </p:spPr>
        <p:txBody>
          <a:bodyPr/>
          <a:p/>
        </p:txBody>
      </p:sp>
      <p:sp>
        <p:nvSpPr>
          <p:cNvPr id="203" name=""/>
          <p:cNvSpPr/>
          <p:nvPr/>
        </p:nvSpPr>
        <p:spPr>
          <a:xfrm rot="0" flipH="0" flipV="0">
            <a:off x="571500" y="6477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00100" y="666750"/>
            <a:ext cx="48291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手势</a:t>
            </a:r>
            <a:r>
              <a:rPr lang="en-US" sz="2250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 06 / 07 · </a:t>
            </a: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顺时针与逆时针调音量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9505950" y="647700"/>
            <a:ext cx="2114550" cy="381000"/>
          </a:xfrm>
          <a:prstGeom prst="roundRect">
            <a:avLst>
              <a:gd name="adj" fmla="val 60000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pic>
        <p:nvPicPr>
          <p:cNvPr id="2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715500" y="742950"/>
            <a:ext cx="190500" cy="190500"/>
          </a:xfrm>
          <a:prstGeom prst="rect">
            <a:avLst/>
          </a:prstGeom>
          <a:ln/>
        </p:spPr>
      </p:pic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0001250" y="752475"/>
            <a:ext cx="1409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本页手势</a:t>
            </a:r>
            <a:r>
              <a:rPr lang="en-US" sz="1125">
                <a:solidFill>
                  <a:srgbClr val="00D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顺</a:t>
            </a:r>
            <a:r>
              <a:rPr lang="en-US" sz="1125">
                <a:solidFill>
                  <a:srgbClr val="00D4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逆时针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571500" y="1219200"/>
            <a:ext cx="5429250" cy="2857500"/>
          </a:xfrm>
          <a:prstGeom prst="roundRect">
            <a:avLst>
              <a:gd name="adj" fmla="val 4667"/>
            </a:avLst>
          </a:prstGeom>
          <a:solidFill>
            <a:srgbClr val="143A61"/>
          </a:solidFill>
          <a:ln/>
        </p:spPr>
        <p:txBody>
          <a:bodyPr/>
          <a:p/>
        </p:txBody>
      </p:sp>
      <p:pic>
        <p:nvPicPr>
          <p:cNvPr id="2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2019300"/>
            <a:ext cx="495300" cy="495300"/>
          </a:xfrm>
          <a:prstGeom prst="rect">
            <a:avLst/>
          </a:prstGeom>
          <a:ln/>
        </p:spPr>
      </p:pic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504950" y="2114550"/>
            <a:ext cx="1162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EAF3FF"/>
                </a:solidFill>
                <a:latin typeface="Microsoft YaHei"/>
                <a:ea typeface="Microsoft YaHei"/>
              </a:rPr>
              <a:t>顺时针</a:t>
            </a:r>
            <a:r>
              <a:rPr lang="en-US" sz="1950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 ×3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57250" y="2647950"/>
            <a:ext cx="485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EDD"/>
                </a:solidFill>
                <a:latin typeface="Microsoft YaHei"/>
                <a:ea typeface="Microsoft YaHei"/>
              </a:rPr>
              <a:t xml:space="preserve">HID </a:t>
            </a:r>
            <a:r>
              <a:rPr lang="en-US" sz="1275">
                <a:solidFill>
                  <a:srgbClr val="EAF3FF"/>
                </a:solidFill>
                <a:latin typeface="Microsoft YaHei"/>
                <a:ea typeface="Microsoft YaHei"/>
              </a:rPr>
              <a:t>Consumer VOL+ (0xE9) ×3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57250" y="2981325"/>
            <a:ext cx="48577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0D4FF"/>
                </a:solidFill>
                <a:latin typeface="Microsoft YaHei"/>
                <a:ea typeface="Microsoft YaHei"/>
              </a:rPr>
              <a:t>音量</a:t>
            </a:r>
            <a:r>
              <a:rPr lang="en-US" sz="1950" b="1">
                <a:solidFill>
                  <a:srgbClr val="00D4FF"/>
                </a:solidFill>
                <a:latin typeface="Microsoft YaHei"/>
                <a:ea typeface="Microsoft YaHei"/>
              </a:rPr>
              <a:t xml:space="preserve"> +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191250" y="1219200"/>
            <a:ext cx="5429250" cy="2857500"/>
          </a:xfrm>
          <a:prstGeom prst="roundRect">
            <a:avLst>
              <a:gd name="adj" fmla="val 4667"/>
            </a:avLst>
          </a:prstGeom>
          <a:solidFill>
            <a:srgbClr val="143A61"/>
          </a:solidFill>
          <a:ln/>
        </p:spPr>
        <p:txBody>
          <a:bodyPr/>
          <a:p/>
        </p:txBody>
      </p:sp>
      <p:pic>
        <p:nvPicPr>
          <p:cNvPr id="2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77000" y="2019300"/>
            <a:ext cx="495300" cy="495300"/>
          </a:xfrm>
          <a:prstGeom prst="rect">
            <a:avLst/>
          </a:prstGeom>
          <a:ln/>
        </p:spPr>
      </p:pic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124700" y="2114550"/>
            <a:ext cx="1162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EAF3FF"/>
                </a:solidFill>
                <a:latin typeface="Microsoft YaHei"/>
                <a:ea typeface="Microsoft YaHei"/>
              </a:rPr>
              <a:t>逆时针</a:t>
            </a:r>
            <a:r>
              <a:rPr lang="en-US" sz="1950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 ×3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477000" y="2647950"/>
            <a:ext cx="485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EDD"/>
                </a:solidFill>
                <a:latin typeface="Microsoft YaHei"/>
                <a:ea typeface="Microsoft YaHei"/>
              </a:rPr>
              <a:t xml:space="preserve">HID </a:t>
            </a:r>
            <a:r>
              <a:rPr lang="en-US" sz="1275">
                <a:solidFill>
                  <a:srgbClr val="EAF3FF"/>
                </a:solidFill>
                <a:latin typeface="Microsoft YaHei"/>
                <a:ea typeface="Microsoft YaHei"/>
              </a:rPr>
              <a:t>Consumer VOL- (0xEA) ×3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477000" y="2981325"/>
            <a:ext cx="48577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0D4FF"/>
                </a:solidFill>
                <a:latin typeface="Microsoft YaHei"/>
                <a:ea typeface="Microsoft YaHei"/>
              </a:rPr>
              <a:t>音量</a:t>
            </a:r>
            <a:r>
              <a:rPr lang="en-US" sz="1950" b="1">
                <a:solidFill>
                  <a:srgbClr val="00D4FF"/>
                </a:solidFill>
                <a:latin typeface="Microsoft YaHei"/>
                <a:ea typeface="Microsoft YaHei"/>
              </a:rPr>
              <a:t xml:space="preserve"> −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571500" y="4267200"/>
            <a:ext cx="11049000" cy="2019300"/>
          </a:xfrm>
          <a:prstGeom prst="roundRect">
            <a:avLst>
              <a:gd name="adj" fmla="val 5660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19150" y="4476750"/>
            <a:ext cx="922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现场体验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本页音乐已自动播放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19150" y="4762500"/>
            <a:ext cx="9220200" cy="1114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EAF3FF"/>
                </a:solidFill>
                <a:latin typeface="Microsoft YaHei"/>
                <a:ea typeface="Microsoft YaHei"/>
              </a:rPr>
              <a:t>现在交替做【顺时针】和【逆时针】手势，</a:t>
            </a:r>
            <a:endParaRPr/>
          </a:p>
          <a:p>
            <a:pPr>
              <a:lnSpc>
                <a:spcPct val="170000"/>
              </a:lnSpc>
            </a:pPr>
            <a:r>
              <a:rPr lang="zh-CN" sz="1425">
                <a:solidFill>
                  <a:srgbClr val="EAF3FF"/>
                </a:solidFill>
                <a:latin typeface="Microsoft YaHei"/>
                <a:ea typeface="Microsoft YaHei"/>
              </a:rPr>
              <a:t>音乐大小变化立刻听得见——</a:t>
            </a:r>
            <a:endParaRPr/>
          </a:p>
          <a:p>
            <a:pPr>
              <a:lnSpc>
                <a:spcPct val="170000"/>
              </a:lnSpc>
            </a:pPr>
            <a:r>
              <a:rPr lang="zh-CN" sz="1425">
                <a:solidFill>
                  <a:srgbClr val="EAF3FF"/>
                </a:solidFill>
                <a:latin typeface="Microsoft YaHei"/>
                <a:ea typeface="Microsoft YaHei"/>
              </a:rPr>
              <a:t>音频文件已内嵌在演示文稿里，不联网、不跳转。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10687050" y="5391150"/>
            <a:ext cx="685800" cy="685800"/>
          </a:xfrm>
          <a:prstGeom prst="roundRect">
            <a:avLst>
              <a:gd name="adj" fmla="val 50000"/>
            </a:avLst>
          </a:prstGeom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pic>
        <p:nvPicPr>
          <p:cNvPr id="2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0877550" y="5581650"/>
            <a:ext cx="304800" cy="304800"/>
          </a:xfrm>
          <a:prstGeom prst="rect">
            <a:avLst/>
          </a:prstGeom>
          <a:ln/>
        </p:spPr>
      </p:pic>
      <p:sp>
        <p:nvSpPr>
          <p:cNvPr id="223" name=""/>
          <p:cNvSpPr/>
          <p:nvPr/>
        </p:nvSpPr>
        <p:spPr>
          <a:xfrm rot="0" flipH="0" flipV="0">
            <a:off x="571500" y="6457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23900" y="6410325"/>
            <a:ext cx="485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9FBEDD"/>
                </a:solidFill>
                <a:latin typeface="Arial"/>
                <a:ea typeface="Arial"/>
              </a:rPr>
              <a:t>07 / 09</a:t>
            </a:r>
            <a:endParaRPr/>
          </a:p>
        </p:txBody>
      </p:sp>
      <p:sp>
        <p:nvSpPr>
          <p:cNvPr id="226" name="">
            <a:hlinkClick r:id="" action="ppaction://hlinkshowjump?jump=previousslide"/>
          </p:cNvPr>
          <p:cNvSpPr/>
          <p:nvPr/>
        </p:nvSpPr>
        <p:spPr>
          <a:xfrm rot="0" flipH="0" flipV="0">
            <a:off x="98869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143A61"/>
            </a:solidFill>
            <a:prstDash val="solid"/>
          </a:ln>
        </p:spPr>
        <p:txBody>
          <a:bodyPr/>
          <a:p/>
        </p:txBody>
      </p:sp>
      <p:pic>
        <p:nvPicPr>
          <p:cNvPr id="2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10039350" y="6429375"/>
            <a:ext cx="114300" cy="114300"/>
          </a:xfrm>
          <a:prstGeom prst="rect">
            <a:avLst/>
          </a:prstGeom>
          <a:ln/>
        </p:spPr>
      </p:pic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0210800" y="6410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FBEDD"/>
                </a:solidFill>
                <a:latin typeface="Microsoft YaHei"/>
                <a:ea typeface="Microsoft YaHei"/>
              </a:rPr>
              <a:t>上一页</a:t>
            </a:r>
            <a:endParaRPr/>
          </a:p>
        </p:txBody>
      </p:sp>
      <p:sp>
        <p:nvSpPr>
          <p:cNvPr id="230" name="">
            <a:hlinkClick r:id="" action="ppaction://hlinkshowjump?jump=nextslide"/>
          </p:cNvPr>
          <p:cNvSpPr/>
          <p:nvPr/>
        </p:nvSpPr>
        <p:spPr>
          <a:xfrm rot="0" flipH="0" flipV="0">
            <a:off x="108013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0953750" y="6410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0D4FF"/>
                </a:solidFill>
                <a:latin typeface="Microsoft YaHei"/>
                <a:ea typeface="Microsoft YaHei"/>
              </a:rPr>
              <a:t>下一页</a:t>
            </a:r>
            <a:endParaRPr/>
          </a:p>
        </p:txBody>
      </p:sp>
      <p:pic>
        <p:nvPicPr>
          <p:cNvPr id="2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11353800" y="6429375"/>
            <a:ext cx="114300" cy="114300"/>
          </a:xfrm>
          <a:prstGeom prst="rect">
            <a:avLst/>
          </a:prstGeom>
          <a:ln/>
        </p:spPr>
      </p:pic>
    </p:spTree>
  </p:cSld>
  <p:transition>
    <p:sndAc>
      <p:stSnd loop="1">
        <p:snd r:embed="rId4" name="demo-music.wav"/>
      </p:stSnd>
    </p:sndAc>
  </p:transition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3" name="" descr="&lt;Slide style={{ background: '#0C2A4A', padding: '48px 60px 20px 60px' }}&gt;&#13;&#10;  &lt;Box style={{ height: 80, flexDirection: 'row', justifyContent: 'space-between', alignItems: 'center' }}&gt;&#13;&#10;    &lt;Box style={{ flexDirection: 'row', alignItems: 'center', gap: 16 }}&gt;&#13;&#10;      &lt;Box style={{ width: 8, height: 40, background: '#00D4FF', borderRadius: 4 }} /&gt;&#13;&#10;      &lt;Text style={{ fontSize: 30, color: '#EAF3FF', fontWeight: 'bold' }}&gt;手势 08 · 挥手一键静音&lt;/Text&gt;&#13;&#10;    &lt;/Box&gt;&#13;&#10;    &lt;Box style={{ flexDirection: 'row', alignItems: 'center', gap: 10, background: '#143A61', borderRadius: 24, padding: '10px 22px', border: '1px solid #00D4FF' }}&gt;&#13;&#10;      &lt;FAIcon name=&quot;volume-mute&quot; style={{ fill: '#00D4FF', width: 20, height: 20 }} /&gt;&#13;&#10;      &lt;Text style={{ fontSize: 15, color: '#00D4FF' }}&gt;本页手势 · 挥手&lt;/Text&gt;&#13;&#10;    &lt;/Box&gt;&#13;&#10;  &lt;/Box&gt;&#13;&#10;  &lt;Box style={{ height: 532, flexDirection: 'row', gap: 40, alignItems: 'center' }}&gt;&#13;&#10;    &lt;Box style={{ flex: 1, flexDirection: 'column', gap: 20 }}&gt;&#13;&#10;      &lt;Box style={{ background: '#143A61', borderRadius: 12, padding: '22px 26px', flexDirection: 'column', gap: 12 }}&gt;&#13;&#10;        &lt;Text style={{ fontSize: 17, color: '#9FBEDD' }}&gt;HID 行为 &lt;span style={{ fontSize: 20, color: '#EAF3FF', fontFamily: 'Arial' }}&gt;Consumer Mute (0xE2)&lt;/span&gt;&lt;/Text&gt;&#13;&#10;        &lt;Text style={{ fontSize: 17, color: '#9FBEDD' }}&gt;用途 &lt;span style={{ fontSize: 20, color: '#EAF3FF' }}&gt;静音切换&lt;/span&gt;&lt;/Text&gt;&#13;&#10;      &lt;/Box&gt;&#13;&#10;      &lt;Box style={{ background: '#143A61', borderRadius: 12, padding: '26px 26px', flexDirection: 'column', gap: 12, border: '1px solid #00D4FF' }}&gt;&#13;&#10;        &lt;Text style={{ fontSize: 16, color: '#00D4FF', fontWeight: 'bold' }}&gt;现场体验&lt;/Text&gt;&#13;&#10;        &lt;Text style={{ fontSize: 22, color: '#EAF3FF', lineHeight: 1.7 }}&gt;音乐还在响？&lt;span style={{ color: '#00D4FF', fontWeight: 'bold' }}&gt;挥一下手&lt;/span&gt;——瞬间静音；&lt;br /&gt;再挥一下，声音回来。&lt;br /&gt;想插话讲重点，这就是最快的&quot;暂停键&quot;。&lt;/Text&gt;&#13;&#10;      &lt;/Box&gt;&#13;&#10;      &lt;Text style={{ fontSize: 15, color: '#9FBEDD' }}&gt;连招推荐：顺时针调大音量 → 讲话前挥手静音 → 讲完再挥恢复。&lt;/Text&gt;&#13;&#10;    &lt;/Box&gt;&#13;&#10;    &lt;Box style={{ width: 420, height: '100%', flexDirection: 'column', justifyContent: 'center', alignItems: 'center', gap: 18 }}&gt;&#13;&#10;      &lt;Box style={{ width: 260, height: 260, borderRadius: 130, border: '2px solid #143A61', justifyContent: 'center', alignItems: 'center' }}&gt;&#13;&#10;        &lt;FAIcon name=&quot;volume-mute&quot; style={{ fill: '#00D4FF', width: 130, height: 130 }} /&gt;&#13;&#10;      &lt;/Box&gt;&#13;&#10;      &lt;Text style={{ fontSize: 44, color: '#EAF3FF', fontWeight: 'bold', letterSpacing: 8 }}&gt;挥手 = Mute&lt;/Text&gt;&#13;&#10;    &lt;/Box&gt;&#13;&#10;  &lt;/Box&gt;&#13;&#10;  &lt;Box style={{ height: 40, flexDirection: 'row', justifyContent: 'space-between', alignItems: 'center' }}&gt;&#13;&#10;    &lt;Box style={{ flexDirection: 'row', alignItems: 'center', gap: 10 }}&gt;&#13;&#10;      &lt;Box style={{ width: 6, height: 6, borderRadius: 3, background: '#00D4FF' }} /&gt;&#13;&#10;      &lt;Text style={{ fontSize: 12, color: '#9FBEDD', fontFamily: 'Arial', letterSpacing: 2 }}&gt;08 / 09&lt;/Text&gt;&#13;&#10;    &lt;/Box&gt;&#13;&#10;    &lt;Box style={{ flexDirection: 'row', alignItems: 'center', gap: 10 }}&gt;&#13;&#10;      &lt;Box href=&quot;ppaction://hlinkshowjump?jump=previousslide&quot; style={{ flexDirection: 'row', alignItems: 'center', gap: 6, borderRadius: 16, border: '1px solid #143A61', padding: '7px 16px' }}&gt;&#13;&#10;        &lt;FAIcon name=&quot;chevron-left&quot; style={{ fill: '#9FBEDD', width: 12, height: 12 }} /&gt;&#13;&#10;        &lt;Text style={{ fontSize: 12, color: '#9FBEDD' }}&gt;上一页&lt;/Text&gt;&#13;&#10;      &lt;/Box&gt;&#13;&#10;      &lt;Box href=&quot;ppaction://hlinkshowjump?jump=nextslide&quot; style={{ flexDirection: 'row', alignItems: 'center', gap: 6, borderRadius: 16, border: '1px solid #00D4FF', padding: '7px 16px' }}&gt;&#13;&#10;        &lt;Text style={{ fontSize: 12, color: '#00D4FF' }}&gt;下一页&lt;/Text&gt;&#13;&#10;        &lt;FAIcon name=&quot;chevron-right&quot; style={{ fill: '#00D4FF', width: 12, height: 12 }} /&gt;&#13;&#10;      &lt;/Box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2A4A"/>
          </a:solidFill>
          <a:ln/>
        </p:spPr>
        <p:txBody>
          <a:bodyPr/>
          <a:p/>
        </p:txBody>
      </p:sp>
      <p:sp>
        <p:nvSpPr>
          <p:cNvPr id="235" name=""/>
          <p:cNvSpPr/>
          <p:nvPr/>
        </p:nvSpPr>
        <p:spPr>
          <a:xfrm rot="0" flipH="0" flipV="0">
            <a:off x="571500" y="6477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00100" y="666750"/>
            <a:ext cx="30194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手势</a:t>
            </a:r>
            <a:r>
              <a:rPr lang="en-US" sz="2250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 08 · </a:t>
            </a: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挥手一键静音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9934575" y="647700"/>
            <a:ext cx="1685925" cy="381000"/>
          </a:xfrm>
          <a:prstGeom prst="roundRect">
            <a:avLst>
              <a:gd name="adj" fmla="val 60000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pic>
        <p:nvPicPr>
          <p:cNvPr id="2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144125" y="742950"/>
            <a:ext cx="190500" cy="190500"/>
          </a:xfrm>
          <a:prstGeom prst="rect">
            <a:avLst/>
          </a:prstGeom>
          <a:ln/>
        </p:spPr>
      </p:pic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0429875" y="752475"/>
            <a:ext cx="981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本页手势</a:t>
            </a:r>
            <a:r>
              <a:rPr lang="en-US" sz="1125">
                <a:solidFill>
                  <a:srgbClr val="00D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挥手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571500" y="1943100"/>
            <a:ext cx="6667500" cy="990600"/>
          </a:xfrm>
          <a:prstGeom prst="roundRect">
            <a:avLst>
              <a:gd name="adj" fmla="val 11538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19150" y="2152650"/>
            <a:ext cx="617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9FBEDD"/>
                </a:solidFill>
                <a:latin typeface="Microsoft YaHei"/>
                <a:ea typeface="Microsoft YaHei"/>
              </a:rPr>
              <a:t xml:space="preserve">HID </a:t>
            </a:r>
            <a:r>
              <a:rPr lang="zh-CN" sz="1275">
                <a:solidFill>
                  <a:srgbClr val="9FBEDD"/>
                </a:solidFill>
                <a:latin typeface="Microsoft YaHei"/>
                <a:ea typeface="Microsoft YaHei"/>
              </a:rPr>
              <a:t>行为</a:t>
            </a:r>
            <a:r>
              <a:rPr lang="en-US" sz="1275">
                <a:solidFill>
                  <a:srgbClr val="9FBEDD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500">
                <a:solidFill>
                  <a:srgbClr val="EAF3FF"/>
                </a:solidFill>
                <a:latin typeface="Microsoft YaHei"/>
                <a:ea typeface="Microsoft YaHei"/>
              </a:rPr>
              <a:t>Consumer Mute (0xE2)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19150" y="2495550"/>
            <a:ext cx="617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9FBEDD"/>
                </a:solidFill>
                <a:latin typeface="Microsoft YaHei"/>
                <a:ea typeface="Microsoft YaHei"/>
              </a:rPr>
              <a:t>用途</a:t>
            </a:r>
            <a:r>
              <a:rPr lang="en-US" sz="1275">
                <a:solidFill>
                  <a:srgbClr val="9FBEDD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EAF3FF"/>
                </a:solidFill>
                <a:latin typeface="Microsoft YaHei"/>
                <a:ea typeface="Microsoft YaHei"/>
              </a:rPr>
              <a:t>静音切换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571500" y="3124200"/>
            <a:ext cx="6667500" cy="2085975"/>
          </a:xfrm>
          <a:prstGeom prst="roundRect">
            <a:avLst>
              <a:gd name="adj" fmla="val 5479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19150" y="3371850"/>
            <a:ext cx="6172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现场体验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19150" y="3676650"/>
            <a:ext cx="6172200" cy="12858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EAF3FF"/>
                </a:solidFill>
                <a:latin typeface="Microsoft YaHei"/>
                <a:ea typeface="Microsoft YaHei"/>
              </a:rPr>
              <a:t>音乐还在响？</a:t>
            </a:r>
            <a:r>
              <a:rPr lang="zh-CN" sz="1650" b="1">
                <a:solidFill>
                  <a:srgbClr val="00D4FF"/>
                </a:solidFill>
                <a:latin typeface="Microsoft YaHei"/>
                <a:ea typeface="Microsoft YaHei"/>
              </a:rPr>
              <a:t>挥一下手</a:t>
            </a:r>
            <a:r>
              <a:rPr lang="zh-CN" sz="1650">
                <a:solidFill>
                  <a:srgbClr val="EAF3FF"/>
                </a:solidFill>
                <a:latin typeface="Microsoft YaHei"/>
                <a:ea typeface="Microsoft YaHei"/>
              </a:rPr>
              <a:t>——瞬间静音；</a:t>
            </a:r>
            <a:endParaRPr/>
          </a:p>
          <a:p>
            <a:pPr>
              <a:lnSpc>
                <a:spcPct val="170000"/>
              </a:lnSpc>
            </a:pPr>
            <a:r>
              <a:rPr lang="zh-CN" sz="1650">
                <a:solidFill>
                  <a:srgbClr val="EAF3FF"/>
                </a:solidFill>
                <a:latin typeface="Microsoft YaHei"/>
                <a:ea typeface="Microsoft YaHei"/>
              </a:rPr>
              <a:t>再挥一下，声音回来。</a:t>
            </a:r>
            <a:endParaRPr/>
          </a:p>
          <a:p>
            <a:pPr>
              <a:lnSpc>
                <a:spcPct val="170000"/>
              </a:lnSpc>
            </a:pPr>
            <a:r>
              <a:rPr lang="zh-CN" sz="1650">
                <a:solidFill>
                  <a:srgbClr val="EAF3FF"/>
                </a:solidFill>
                <a:latin typeface="Microsoft YaHei"/>
                <a:ea typeface="Microsoft YaHei"/>
              </a:rPr>
              <a:t>想插话讲重点，这就是最快的</a:t>
            </a:r>
            <a:r>
              <a:rPr lang="en-US" sz="1650">
                <a:solidFill>
                  <a:srgbClr val="EAF3FF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EAF3FF"/>
                </a:solidFill>
                <a:latin typeface="Microsoft YaHei"/>
                <a:ea typeface="Microsoft YaHei"/>
              </a:rPr>
              <a:t>暂停键</a:t>
            </a:r>
            <a:r>
              <a:rPr lang="en-US" sz="1650">
                <a:solidFill>
                  <a:srgbClr val="EAF3FF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EAF3F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571500" y="5400675"/>
            <a:ext cx="666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连招推荐：顺时针调大音量</a:t>
            </a:r>
            <a:r>
              <a:rPr lang="en-US" sz="1125">
                <a:solidFill>
                  <a:srgbClr val="9FBEDD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讲话前挥手静音</a:t>
            </a:r>
            <a:r>
              <a:rPr lang="en-US" sz="1125">
                <a:solidFill>
                  <a:srgbClr val="9FBEDD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讲完再挥恢复。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8382000" y="2181225"/>
            <a:ext cx="2476500" cy="2476500"/>
          </a:xfrm>
          <a:prstGeom prst="roundRect">
            <a:avLst>
              <a:gd name="adj" fmla="val 50000"/>
            </a:avLst>
          </a:prstGeom>
          <a:ln w="25400">
            <a:solidFill>
              <a:srgbClr val="143A61"/>
            </a:solidFill>
            <a:prstDash val="solid"/>
          </a:ln>
        </p:spPr>
        <p:txBody>
          <a:bodyPr/>
          <a:p/>
        </p:txBody>
      </p:sp>
      <p:pic>
        <p:nvPicPr>
          <p:cNvPr id="2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001125" y="2800350"/>
            <a:ext cx="1238250" cy="1238250"/>
          </a:xfrm>
          <a:prstGeom prst="rect">
            <a:avLst/>
          </a:prstGeom>
          <a:ln/>
        </p:spPr>
      </p:pic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8010525" y="4829175"/>
            <a:ext cx="32194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 spc="600">
                <a:solidFill>
                  <a:srgbClr val="EAF3FF"/>
                </a:solidFill>
                <a:latin typeface="Microsoft YaHei"/>
                <a:ea typeface="Microsoft YaHei"/>
              </a:rPr>
              <a:t>挥手</a:t>
            </a:r>
            <a:r>
              <a:rPr lang="en-US" sz="3300" b="1" spc="600">
                <a:solidFill>
                  <a:srgbClr val="EAF3FF"/>
                </a:solidFill>
                <a:latin typeface="Microsoft YaHei"/>
                <a:ea typeface="Microsoft YaHei"/>
              </a:rPr>
              <a:t xml:space="preserve"> = Mute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571500" y="6457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23900" y="6410325"/>
            <a:ext cx="485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9FBEDD"/>
                </a:solidFill>
                <a:latin typeface="Arial"/>
                <a:ea typeface="Arial"/>
              </a:rPr>
              <a:t>08 / 09</a:t>
            </a:r>
            <a:endParaRPr/>
          </a:p>
        </p:txBody>
      </p:sp>
      <p:sp>
        <p:nvSpPr>
          <p:cNvPr id="253" name="">
            <a:hlinkClick r:id="" action="ppaction://hlinkshowjump?jump=previousslide"/>
          </p:cNvPr>
          <p:cNvSpPr/>
          <p:nvPr/>
        </p:nvSpPr>
        <p:spPr>
          <a:xfrm rot="0" flipH="0" flipV="0">
            <a:off x="98869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143A61"/>
            </a:solidFill>
            <a:prstDash val="solid"/>
          </a:ln>
        </p:spPr>
        <p:txBody>
          <a:bodyPr/>
          <a:p/>
        </p:txBody>
      </p:sp>
      <p:pic>
        <p:nvPicPr>
          <p:cNvPr id="2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0039350" y="6429375"/>
            <a:ext cx="114300" cy="114300"/>
          </a:xfrm>
          <a:prstGeom prst="rect">
            <a:avLst/>
          </a:prstGeom>
          <a:ln/>
        </p:spPr>
      </p:pic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0210800" y="6410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FBEDD"/>
                </a:solidFill>
                <a:latin typeface="Microsoft YaHei"/>
                <a:ea typeface="Microsoft YaHei"/>
              </a:rPr>
              <a:t>上一页</a:t>
            </a:r>
            <a:endParaRPr/>
          </a:p>
        </p:txBody>
      </p:sp>
      <p:sp>
        <p:nvSpPr>
          <p:cNvPr id="257" name="">
            <a:hlinkClick r:id="" action="ppaction://hlinkshowjump?jump=nextslide"/>
          </p:cNvPr>
          <p:cNvSpPr/>
          <p:nvPr/>
        </p:nvSpPr>
        <p:spPr>
          <a:xfrm rot="0" flipH="0" flipV="0">
            <a:off x="108013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0953750" y="6410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0D4FF"/>
                </a:solidFill>
                <a:latin typeface="Microsoft YaHei"/>
                <a:ea typeface="Microsoft YaHei"/>
              </a:rPr>
              <a:t>下一页</a:t>
            </a:r>
            <a:endParaRPr/>
          </a:p>
        </p:txBody>
      </p:sp>
      <p:pic>
        <p:nvPicPr>
          <p:cNvPr id="2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11353800" y="6429375"/>
            <a:ext cx="114300" cy="114300"/>
          </a:xfrm>
          <a:prstGeom prst="rect">
            <a:avLst/>
          </a:prstGeom>
          <a:ln/>
        </p:spPr>
      </p:pic>
    </p:spTree>
  </p:cSld>
  <p:transition>
    <p:sndAc>
      <p:stSnd loop="1">
        <p:snd r:embed="rId2" name="demo-music.wav"/>
      </p:stSnd>
    </p:sndAc>
  </p:transition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60" name="" descr="&lt;Slide style={{ background: '#0C2A4A', padding: '48px 60px 20px 60px' }}&gt;&#13;&#10;  &lt;Box style={{ height: 80, flexDirection: 'row', justifyContent: 'space-between', alignItems: 'center' }}&gt;&#13;&#10;    &lt;Box style={{ flexDirection: 'row', alignItems: 'center', gap: 16 }}&gt;&#13;&#10;      &lt;Box style={{ width: 8, height: 40, background: '#00D4FF', borderRadius: 4 }} /&gt;&#13;&#10;      &lt;Text style={{ fontSize: 30, color: '#EAF3FF', fontWeight: 'bold' }}&gt;演示完毕 · 8 种手势全回顾&lt;/Text&gt;&#13;&#10;    &lt;/Box&gt;&#13;&#10;    &lt;Box style={{ flexDirection: 'row', alignItems: 'center', gap: 10, background: '#143A61', borderRadius: 24, padding: '10px 22px', border: '1px solid #00D4FF' }}&gt;&#13;&#10;      &lt;FAIcon name=&quot;check-circle&quot; style={{ fill: '#00D4FF', width: 20, height: 20 }} /&gt;&#13;&#10;      &lt;Text style={{ fontSize: 15, color: '#00D4FF' }}&gt;8 种已演示&lt;/Text&gt;&#13;&#10;    &lt;/Box&gt;&#13;&#10;  &lt;/Box&gt;&#13;&#10;  &lt;Box style={{ height: 532, flexDirection: 'column', gap: 16 }}&gt;&#13;&#10;    &lt;Box style={{ flex: 1, flexDirection: 'row', gap: 12 }}&gt;&#13;&#10;      &lt;Box style={{ flex: 1, background: '#143A61', borderRadius: 12, padding: '16px 16px', flexDirection: 'column', justifyContent: 'center', gap: 8 }}&gt;&#13;&#10;        &lt;Text style={{ fontSize: 18, color: '#EAF3FF', fontWeight: 'bold' }}&gt;✓ 右滑&lt;/Text&gt;&#13;&#10;        &lt;Text style={{ fontSize: 13, color: '#00D4FF', fontFamily: 'Arial' }}&gt;PageDown 0x4E&lt;/Text&gt;&#13;&#10;        &lt;Text style={{ fontSize: 14, color: '#9FBEDD' }}&gt;翻到下一页&lt;/Text&gt;&#13;&#10;      &lt;/Box&gt;&#13;&#10;      &lt;Box style={{ flex: 1, background: '#143A61', borderRadius: 12, padding: '16px 16px', flexDirection: 'column', justifyContent: 'center', gap: 8 }}&gt;&#13;&#10;        &lt;Text style={{ fontSize: 18, color: '#EAF3FF', fontWeight: 'bold' }}&gt;✓ 左滑&lt;/Text&gt;&#13;&#10;        &lt;Text style={{ fontSize: 13, color: '#00D4FF', fontFamily: 'Arial' }}&gt;PageUp 0x4B&lt;/Text&gt;&#13;&#10;        &lt;Text style={{ fontSize: 14, color: '#9FBEDD' }}&gt;翻到上一页&lt;/Text&gt;&#13;&#10;      &lt;/Box&gt;&#13;&#10;      &lt;Box style={{ flex: 1, background: '#143A61', borderRadius: 12, padding: '16px 16px', flexDirection: 'column', justifyContent: 'center', gap: 8 }}&gt;&#13;&#10;        &lt;Text style={{ fontSize: 18, color: '#EAF3FF', fontWeight: 'bold' }}&gt;✓ 上滑&lt;/Text&gt;&#13;&#10;        &lt;Text style={{ fontSize: 13, color: '#00D4FF', fontFamily: 'Arial' }}&gt;Tab 0x2B&lt;/Text&gt;&#13;&#10;        &lt;Text style={{ fontSize: 14, color: '#9FBEDD' }}&gt;下一个链接 / 控件&lt;/Text&gt;&#13;&#10;      &lt;/Box&gt;&#13;&#10;      &lt;Box style={{ flex: 1, background: '#143A61', borderRadius: 12, padding: '16px 16px', flexDirection: 'column', justifyContent: 'center', gap: 8 }}&gt;&#13;&#10;        &lt;Text style={{ fontSize: 18, color: '#EAF3FF', fontWeight: 'bold' }}&gt;✓ 下滑&lt;/Text&gt;&#13;&#10;        &lt;Text style={{ fontSize: 13, color: '#00D4FF', fontFamily: 'Arial' }}&gt;Shift+Tab&lt;/Text&gt;&#13;&#10;        &lt;Text style={{ fontSize: 14, color: '#9FBEDD' }}&gt;上一个链接 / 控件&lt;/Text&gt;&#13;&#10;      &lt;/Box&gt;&#13;&#10;    &lt;/Box&gt;&#13;&#10;    &lt;Box style={{ flex: 1, flexDirection: 'row', gap: 12 }}&gt;&#13;&#10;      &lt;Box style={{ flex: 1, background: '#143A61', borderRadius: 12, padding: '16px 16px', flexDirection: 'column', justifyContent: 'center', gap: 8 }}&gt;&#13;&#10;        &lt;Text style={{ fontSize: 18, color: '#EAF3FF', fontWeight: 'bold' }}&gt;✓ 靠近&lt;/Text&gt;&#13;&#10;        &lt;Text style={{ fontSize: 13, color: '#00D4FF', fontFamily: 'Arial' }}&gt;Enter 0x28&lt;/Text&gt;&#13;&#10;        &lt;Text style={{ fontSize: 14, color: '#9FBEDD' }}&gt;打开链接 / 确认&lt;/Text&gt;&#13;&#10;      &lt;/Box&gt;&#13;&#10;      &lt;Box style={{ flex: 1, background: '#143A61', borderRadius: 12, padding: '16px 16px', flexDirection: 'column', justifyContent: 'center', gap: 8 }}&gt;&#13;&#10;        &lt;Text style={{ fontSize: 18, color: '#EAF3FF', fontWeight: 'bold' }}&gt;✓ 顺时针&lt;/Text&gt;&#13;&#10;        &lt;Text style={{ fontSize: 13, color: '#00D4FF', fontFamily: 'Arial' }}&gt;VOL+ 0xE9 ×3&lt;/Text&gt;&#13;&#10;        &lt;Text style={{ fontSize: 14, color: '#9FBEDD' }}&gt;音量加&lt;/Text&gt;&#13;&#10;      &lt;/Box&gt;&#13;&#10;      &lt;Box style={{ flex: 1, background: '#143A61', borderRadius: 12, padding: '16px 16px', flexDirection: 'column', justifyContent: 'center', gap: 8 }}&gt;&#13;&#10;        &lt;Text style={{ fontSize: 18, color: '#EAF3FF', fontWeight: 'bold' }}&gt;✓ 逆时针&lt;/Text&gt;&#13;&#10;        &lt;Text style={{ fontSize: 13, color: '#00D4FF', fontFamily: 'Arial' }}&gt;VOL- 0xEA ×3&lt;/Text&gt;&#13;&#10;        &lt;Text style={{ fontSize: 14, color: '#9FBEDD' }}&gt;音量减&lt;/Text&gt;&#13;&#10;      &lt;/Box&gt;&#13;&#10;      &lt;Box style={{ flex: 1, background: '#143A61', borderRadius: 12, padding: '16px 16px', flexDirection: 'column', justifyContent: 'center', gap: 8 }}&gt;&#13;&#10;        &lt;Text style={{ fontSize: 18, color: '#EAF3FF', fontWeight: 'bold' }}&gt;✓ 挥手&lt;/Text&gt;&#13;&#10;        &lt;Text style={{ fontSize: 13, color: '#00D4FF', fontFamily: 'Arial' }}&gt;Mute 0xE2&lt;/Text&gt;&#13;&#10;        &lt;Text style={{ fontSize: 14, color: '#9FBEDD' }}&gt;静音切换&lt;/Text&gt;&#13;&#10;      &lt;/Box&gt;&#13;&#10;    &lt;/Box&gt;&#13;&#10;    &lt;Box style={{ height: 90, flexDirection: 'row', justifyContent: 'center', alignItems: 'center', gap: 24 }}&gt;&#13;&#10;      &lt;Text style={{ fontSize: 26, color: '#EAF3FF', fontWeight: 'bold' }}&gt;感谢观看 —— 挥挥手，静音告别&lt;/Text&gt;&#13;&#10;      &lt;Box href=&quot;ppaction://hlinkshowjump?jump=firstslide&quot; style={{ background: '#143A61', borderRadius: 20, border: '1px solid #00D4FF', padding: '12px 26px' }}&gt;&#13;&#10;        &lt;Text style={{ fontSize: 15, color: '#00D4FF' }}&gt;回到第一页&lt;/Text&gt;&#13;&#10;      &lt;/Box&gt;&#13;&#10;    &lt;/Box&gt;&#13;&#10;  &lt;/Box&gt;&#13;&#10;  &lt;Box style={{ height: 40, flexDirection: 'row', justifyContent: 'space-between', alignItems: 'center' }}&gt;&#13;&#10;    &lt;Box style={{ flexDirection: 'row', alignItems: 'center', gap: 10 }}&gt;&#13;&#10;      &lt;Box style={{ width: 6, height: 6, borderRadius: 3, background: '#00D4FF' }} /&gt;&#13;&#10;      &lt;Text style={{ fontSize: 12, color: '#9FBEDD', fontFamily: 'Arial', letterSpacing: 2 }}&gt;09 / 09&lt;/Text&gt;&#13;&#10;    &lt;/Box&gt;&#13;&#10;    &lt;Box style={{ flexDirection: 'row', alignItems: 'center', gap: 10 }}&gt;&#13;&#10;      &lt;Box href=&quot;ppaction://hlinkshowjump?jump=previousslide&quot; style={{ flexDirection: 'row', alignItems: 'center', gap: 6, borderRadius: 16, border: '1px solid #143A61', padding: '7px 16px' }}&gt;&#13;&#10;        &lt;FAIcon name=&quot;chevron-left&quot; style={{ fill: '#9FBEDD', width: 12, height: 12 }} /&gt;&#13;&#10;        &lt;Text style={{ fontSize: 12, color: '#9FBEDD' }}&gt;上一页&lt;/Text&gt;&#13;&#10;      &lt;/Box&gt;&#13;&#10;      &lt;Box href=&quot;ppaction://hlinkshowjump?jump=nextslide&quot; style={{ flexDirection: 'row', alignItems: 'center', gap: 6, borderRadius: 16, border: '1px solid #00D4FF', padding: '7px 16px' }}&gt;&#13;&#10;        &lt;Text style={{ fontSize: 12, color: '#00D4FF' }}&gt;下一页&lt;/Text&gt;&#13;&#10;        &lt;FAIcon name=&quot;chevron-right&quot; style={{ fill: '#00D4FF', width: 12, height: 12 }} /&gt;&#13;&#10;      &lt;/Box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2A4A"/>
          </a:solidFill>
          <a:ln/>
        </p:spPr>
        <p:txBody>
          <a:bodyPr/>
          <a:p/>
        </p:txBody>
      </p:sp>
      <p:sp>
        <p:nvSpPr>
          <p:cNvPr id="262" name=""/>
          <p:cNvSpPr/>
          <p:nvPr/>
        </p:nvSpPr>
        <p:spPr>
          <a:xfrm rot="0" flipH="0" flipV="0">
            <a:off x="571500" y="6477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800100" y="666750"/>
            <a:ext cx="34194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演示完毕</a:t>
            </a:r>
            <a:r>
              <a:rPr lang="en-US" sz="2250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 · 8 </a:t>
            </a: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种手势全回顾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10210800" y="647700"/>
            <a:ext cx="1409700" cy="381000"/>
          </a:xfrm>
          <a:prstGeom prst="roundRect">
            <a:avLst>
              <a:gd name="adj" fmla="val 60000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pic>
        <p:nvPicPr>
          <p:cNvPr id="2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420350" y="742950"/>
            <a:ext cx="190500" cy="190500"/>
          </a:xfrm>
          <a:prstGeom prst="rect">
            <a:avLst/>
          </a:prstGeom>
          <a:ln/>
        </p:spPr>
      </p:pic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10706100" y="752475"/>
            <a:ext cx="704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00D4FF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种已演示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571500" y="1219200"/>
            <a:ext cx="2676525" cy="1952625"/>
          </a:xfrm>
          <a:prstGeom prst="roundRect">
            <a:avLst>
              <a:gd name="adj" fmla="val 5854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723900" y="1857375"/>
            <a:ext cx="2371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1350" b="1">
                <a:solidFill>
                  <a:srgbClr val="EAF3FF"/>
                </a:solidFill>
                <a:latin typeface="Microsoft YaHei"/>
                <a:ea typeface="Microsoft YaHei"/>
              </a:rPr>
              <a:t>右滑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23900" y="2143125"/>
            <a:ext cx="2371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0D4FF"/>
                </a:solidFill>
                <a:latin typeface="Arial"/>
                <a:ea typeface="Arial"/>
              </a:rPr>
              <a:t>PageDown 0x4E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23900" y="2371725"/>
            <a:ext cx="2371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翻到下一页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3362325" y="1219200"/>
            <a:ext cx="2676525" cy="1952625"/>
          </a:xfrm>
          <a:prstGeom prst="roundRect">
            <a:avLst>
              <a:gd name="adj" fmla="val 5854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3514725" y="1857375"/>
            <a:ext cx="2371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1350" b="1">
                <a:solidFill>
                  <a:srgbClr val="EAF3FF"/>
                </a:solidFill>
                <a:latin typeface="Microsoft YaHei"/>
                <a:ea typeface="Microsoft YaHei"/>
              </a:rPr>
              <a:t>左滑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3514725" y="2143125"/>
            <a:ext cx="2371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0D4FF"/>
                </a:solidFill>
                <a:latin typeface="Arial"/>
                <a:ea typeface="Arial"/>
              </a:rPr>
              <a:t>PageUp 0x4B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3514725" y="2371725"/>
            <a:ext cx="2371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翻到上一页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6153150" y="1219200"/>
            <a:ext cx="2676525" cy="1952625"/>
          </a:xfrm>
          <a:prstGeom prst="roundRect">
            <a:avLst>
              <a:gd name="adj" fmla="val 5854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305550" y="1857375"/>
            <a:ext cx="2371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1350" b="1">
                <a:solidFill>
                  <a:srgbClr val="EAF3FF"/>
                </a:solidFill>
                <a:latin typeface="Microsoft YaHei"/>
                <a:ea typeface="Microsoft YaHei"/>
              </a:rPr>
              <a:t>上滑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305550" y="2143125"/>
            <a:ext cx="2371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0D4FF"/>
                </a:solidFill>
                <a:latin typeface="Arial"/>
                <a:ea typeface="Arial"/>
              </a:rPr>
              <a:t>Tab 0x2B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305550" y="2371725"/>
            <a:ext cx="2371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下一个链接</a:t>
            </a:r>
            <a:r>
              <a:rPr lang="en-US" sz="1050">
                <a:solidFill>
                  <a:srgbClr val="9FBEDD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控件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8943975" y="1219200"/>
            <a:ext cx="2676525" cy="1952625"/>
          </a:xfrm>
          <a:prstGeom prst="roundRect">
            <a:avLst>
              <a:gd name="adj" fmla="val 5854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9096375" y="1857375"/>
            <a:ext cx="2371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1350" b="1">
                <a:solidFill>
                  <a:srgbClr val="EAF3FF"/>
                </a:solidFill>
                <a:latin typeface="Microsoft YaHei"/>
                <a:ea typeface="Microsoft YaHei"/>
              </a:rPr>
              <a:t>下滑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9096375" y="2143125"/>
            <a:ext cx="2371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0D4FF"/>
                </a:solidFill>
                <a:latin typeface="Arial"/>
                <a:ea typeface="Arial"/>
              </a:rPr>
              <a:t>Shift+Tab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9096375" y="2371725"/>
            <a:ext cx="2371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上一个链接</a:t>
            </a:r>
            <a:r>
              <a:rPr lang="en-US" sz="1050">
                <a:solidFill>
                  <a:srgbClr val="9FBEDD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控件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571500" y="3324225"/>
            <a:ext cx="2676525" cy="1952625"/>
          </a:xfrm>
          <a:prstGeom prst="roundRect">
            <a:avLst>
              <a:gd name="adj" fmla="val 5854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23900" y="3962400"/>
            <a:ext cx="2371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1350" b="1">
                <a:solidFill>
                  <a:srgbClr val="EAF3FF"/>
                </a:solidFill>
                <a:latin typeface="Microsoft YaHei"/>
                <a:ea typeface="Microsoft YaHei"/>
              </a:rPr>
              <a:t>靠近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23900" y="4248150"/>
            <a:ext cx="2371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0D4FF"/>
                </a:solidFill>
                <a:latin typeface="Arial"/>
                <a:ea typeface="Arial"/>
              </a:rPr>
              <a:t>Enter 0x28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23900" y="4476750"/>
            <a:ext cx="2371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打开链接</a:t>
            </a:r>
            <a:r>
              <a:rPr lang="en-US" sz="1050">
                <a:solidFill>
                  <a:srgbClr val="9FBEDD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确认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3362325" y="3324225"/>
            <a:ext cx="2676525" cy="1952625"/>
          </a:xfrm>
          <a:prstGeom prst="roundRect">
            <a:avLst>
              <a:gd name="adj" fmla="val 5854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3514725" y="3962400"/>
            <a:ext cx="2371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1350" b="1">
                <a:solidFill>
                  <a:srgbClr val="EAF3FF"/>
                </a:solidFill>
                <a:latin typeface="Microsoft YaHei"/>
                <a:ea typeface="Microsoft YaHei"/>
              </a:rPr>
              <a:t>顺时针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3514725" y="4248150"/>
            <a:ext cx="2371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0D4FF"/>
                </a:solidFill>
                <a:latin typeface="Arial"/>
                <a:ea typeface="Arial"/>
              </a:rPr>
              <a:t>VOL+ 0xE9 ×3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3514725" y="4476750"/>
            <a:ext cx="2371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音量加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6153150" y="3324225"/>
            <a:ext cx="2676525" cy="1952625"/>
          </a:xfrm>
          <a:prstGeom prst="roundRect">
            <a:avLst>
              <a:gd name="adj" fmla="val 5854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305550" y="3962400"/>
            <a:ext cx="2371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1350" b="1">
                <a:solidFill>
                  <a:srgbClr val="EAF3FF"/>
                </a:solidFill>
                <a:latin typeface="Microsoft YaHei"/>
                <a:ea typeface="Microsoft YaHei"/>
              </a:rPr>
              <a:t>逆时针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305550" y="4248150"/>
            <a:ext cx="2371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0D4FF"/>
                </a:solidFill>
                <a:latin typeface="Arial"/>
                <a:ea typeface="Arial"/>
              </a:rPr>
              <a:t>VOL- 0xEA ×3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305550" y="4476750"/>
            <a:ext cx="2371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音量减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8943975" y="3324225"/>
            <a:ext cx="2676525" cy="1952625"/>
          </a:xfrm>
          <a:prstGeom prst="roundRect">
            <a:avLst>
              <a:gd name="adj" fmla="val 5854"/>
            </a:avLst>
          </a:prstGeom>
          <a:solidFill>
            <a:srgbClr val="143A61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9096375" y="3962400"/>
            <a:ext cx="2371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1350" b="1">
                <a:solidFill>
                  <a:srgbClr val="EAF3FF"/>
                </a:solidFill>
                <a:latin typeface="Microsoft YaHei"/>
                <a:ea typeface="Microsoft YaHei"/>
              </a:rPr>
              <a:t>挥手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9096375" y="4248150"/>
            <a:ext cx="2371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0D4FF"/>
                </a:solidFill>
                <a:latin typeface="Arial"/>
                <a:ea typeface="Arial"/>
              </a:rPr>
              <a:t>Mute 0xE2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9096375" y="4476750"/>
            <a:ext cx="2371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静音切换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3552825" y="5705475"/>
            <a:ext cx="3657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EAF3FF"/>
                </a:solidFill>
                <a:latin typeface="Microsoft YaHei"/>
                <a:ea typeface="Microsoft YaHei"/>
              </a:rPr>
              <a:t>感谢观看</a:t>
            </a:r>
            <a:r>
              <a:rPr lang="en-US" sz="1950" b="1">
                <a:solidFill>
                  <a:srgbClr val="EAF3F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950" b="1">
                <a:solidFill>
                  <a:srgbClr val="EAF3FF"/>
                </a:solidFill>
                <a:latin typeface="Microsoft YaHei"/>
                <a:ea typeface="Microsoft YaHei"/>
              </a:rPr>
              <a:t>挥挥手，静音告别</a:t>
            </a:r>
            <a:endParaRPr/>
          </a:p>
        </p:txBody>
      </p:sp>
      <p:sp>
        <p:nvSpPr>
          <p:cNvPr id="301" name="">
            <a:hlinkClick r:id="" action="ppaction://hlinkshowjump?jump=firstslide"/>
          </p:cNvPr>
          <p:cNvSpPr/>
          <p:nvPr/>
        </p:nvSpPr>
        <p:spPr>
          <a:xfrm rot="0" flipH="0" flipV="0">
            <a:off x="7439025" y="5657850"/>
            <a:ext cx="1209675" cy="400050"/>
          </a:xfrm>
          <a:prstGeom prst="roundRect">
            <a:avLst>
              <a:gd name="adj" fmla="val 47619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7686675" y="577215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回到第一页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571500" y="6457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723900" y="6410325"/>
            <a:ext cx="485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9FBEDD"/>
                </a:solidFill>
                <a:latin typeface="Arial"/>
                <a:ea typeface="Arial"/>
              </a:rPr>
              <a:t>09 / 09</a:t>
            </a:r>
            <a:endParaRPr/>
          </a:p>
        </p:txBody>
      </p:sp>
      <p:sp>
        <p:nvSpPr>
          <p:cNvPr id="306" name="">
            <a:hlinkClick r:id="" action="ppaction://hlinkshowjump?jump=previousslide"/>
          </p:cNvPr>
          <p:cNvSpPr/>
          <p:nvPr/>
        </p:nvSpPr>
        <p:spPr>
          <a:xfrm rot="0" flipH="0" flipV="0">
            <a:off x="98869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143A61"/>
            </a:solidFill>
            <a:prstDash val="solid"/>
          </a:ln>
        </p:spPr>
        <p:txBody>
          <a:bodyPr/>
          <a:p/>
        </p:txBody>
      </p:sp>
      <p:pic>
        <p:nvPicPr>
          <p:cNvPr id="3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0039350" y="6429375"/>
            <a:ext cx="114300" cy="114300"/>
          </a:xfrm>
          <a:prstGeom prst="rect">
            <a:avLst/>
          </a:prstGeom>
          <a:ln/>
        </p:spPr>
      </p:pic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0210800" y="6410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FBEDD"/>
                </a:solidFill>
                <a:latin typeface="Microsoft YaHei"/>
                <a:ea typeface="Microsoft YaHei"/>
              </a:rPr>
              <a:t>上一页</a:t>
            </a:r>
            <a:endParaRPr/>
          </a:p>
        </p:txBody>
      </p:sp>
      <p:sp>
        <p:nvSpPr>
          <p:cNvPr id="310" name="">
            <a:hlinkClick r:id="" action="ppaction://hlinkshowjump?jump=nextslide"/>
          </p:cNvPr>
          <p:cNvSpPr/>
          <p:nvPr/>
        </p:nvSpPr>
        <p:spPr>
          <a:xfrm rot="0" flipH="0" flipV="0">
            <a:off x="108013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0953750" y="6410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0D4FF"/>
                </a:solidFill>
                <a:latin typeface="Microsoft YaHei"/>
                <a:ea typeface="Microsoft YaHei"/>
              </a:rPr>
              <a:t>下一页</a:t>
            </a:r>
            <a:endParaRPr/>
          </a:p>
        </p:txBody>
      </p:sp>
      <p:pic>
        <p:nvPicPr>
          <p:cNvPr id="3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11353800" y="6429375"/>
            <a:ext cx="114300" cy="114300"/>
          </a:xfrm>
          <a:prstGeom prst="rect">
            <a:avLst/>
          </a:prstGeom>
          <a:ln/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2026-10-14T21:59:28Z</dcterms:created>
  <dcterms:modified xsi:type="dcterms:W3CDTF">2026-10-14T21:59:28Z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{"AIGC":{"Label":"1","ContentProducer":"00119111010856365494821B355","ProduceID":"01a13ab4da7979f7aa741296ae6a041c","ReservedCode1":"","ContentPropagator":"00119111010856365494821B355","PropagateID":"01a13ab4da7979f7aa741296ae6a041c","ReservedCode2":""}}</vt:lpwstr>
  </property>
</Properties>
</file>